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1"/>
  </p:sldMasterIdLst>
  <p:notesMasterIdLst>
    <p:notesMasterId r:id="rId25"/>
  </p:notesMasterIdLst>
  <p:sldIdLst>
    <p:sldId id="270" r:id="rId2"/>
    <p:sldId id="258" r:id="rId3"/>
    <p:sldId id="268" r:id="rId4"/>
    <p:sldId id="273" r:id="rId5"/>
    <p:sldId id="274" r:id="rId6"/>
    <p:sldId id="267" r:id="rId7"/>
    <p:sldId id="275" r:id="rId8"/>
    <p:sldId id="276" r:id="rId9"/>
    <p:sldId id="277" r:id="rId10"/>
    <p:sldId id="282" r:id="rId11"/>
    <p:sldId id="281" r:id="rId12"/>
    <p:sldId id="278" r:id="rId13"/>
    <p:sldId id="283" r:id="rId14"/>
    <p:sldId id="279" r:id="rId15"/>
    <p:sldId id="284" r:id="rId16"/>
    <p:sldId id="272" r:id="rId17"/>
    <p:sldId id="285" r:id="rId18"/>
    <p:sldId id="286" r:id="rId19"/>
    <p:sldId id="287" r:id="rId20"/>
    <p:sldId id="288" r:id="rId21"/>
    <p:sldId id="280" r:id="rId22"/>
    <p:sldId id="289" r:id="rId23"/>
    <p:sldId id="26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874"/>
    <a:srgbClr val="5C307D"/>
    <a:srgbClr val="FFFFFF"/>
    <a:srgbClr val="F6F4F7"/>
    <a:srgbClr val="93549F"/>
    <a:srgbClr val="FEFDFF"/>
    <a:srgbClr val="E1D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EA8980-7792-42CB-B6B3-F50C36C9ED7B}" v="2013" dt="2023-03-16T13:58:55.04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86378"/>
  </p:normalViewPr>
  <p:slideViewPr>
    <p:cSldViewPr snapToGrid="0" snapToObjects="1">
      <p:cViewPr varScale="1">
        <p:scale>
          <a:sx n="83" d="100"/>
          <a:sy n="83" d="100"/>
        </p:scale>
        <p:origin x="1252" y="48"/>
      </p:cViewPr>
      <p:guideLst/>
    </p:cSldViewPr>
  </p:slideViewPr>
  <p:outlineViewPr>
    <p:cViewPr>
      <p:scale>
        <a:sx n="33" d="100"/>
        <a:sy n="33" d="100"/>
      </p:scale>
      <p:origin x="0" y="-1140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ng Shi" userId="483437eb4e9046ff" providerId="LiveId" clId="{24F542D0-C8D7-4A05-BC09-4F151FB49632}"/>
    <pc:docChg chg="undo custSel addSld modSld">
      <pc:chgData name="Feng Shi" userId="483437eb4e9046ff" providerId="LiveId" clId="{24F542D0-C8D7-4A05-BC09-4F151FB49632}" dt="2023-03-15T04:15:39.080" v="1025" actId="207"/>
      <pc:docMkLst>
        <pc:docMk/>
      </pc:docMkLst>
      <pc:sldChg chg="modSp mod">
        <pc:chgData name="Feng Shi" userId="483437eb4e9046ff" providerId="LiveId" clId="{24F542D0-C8D7-4A05-BC09-4F151FB49632}" dt="2023-03-15T02:34:23.572" v="567" actId="20577"/>
        <pc:sldMkLst>
          <pc:docMk/>
          <pc:sldMk cId="296989914" sldId="268"/>
        </pc:sldMkLst>
        <pc:spChg chg="mod">
          <ac:chgData name="Feng Shi" userId="483437eb4e9046ff" providerId="LiveId" clId="{24F542D0-C8D7-4A05-BC09-4F151FB49632}" dt="2023-03-15T02:34:23.572" v="567" actId="20577"/>
          <ac:spMkLst>
            <pc:docMk/>
            <pc:sldMk cId="296989914" sldId="268"/>
            <ac:spMk id="2" creationId="{97249299-B2E1-164B-9D28-7833904F88FD}"/>
          </ac:spMkLst>
        </pc:spChg>
      </pc:sldChg>
      <pc:sldChg chg="modNotesTx">
        <pc:chgData name="Feng Shi" userId="483437eb4e9046ff" providerId="LiveId" clId="{24F542D0-C8D7-4A05-BC09-4F151FB49632}" dt="2023-03-15T03:15:43.010" v="797" actId="20577"/>
        <pc:sldMkLst>
          <pc:docMk/>
          <pc:sldMk cId="987923896" sldId="270"/>
        </pc:sldMkLst>
      </pc:sldChg>
      <pc:sldChg chg="addSp delSp modSp add mod setBg setClrOvrMap">
        <pc:chgData name="Feng Shi" userId="483437eb4e9046ff" providerId="LiveId" clId="{24F542D0-C8D7-4A05-BC09-4F151FB49632}" dt="2023-03-15T04:13:50.821" v="978" actId="27636"/>
        <pc:sldMkLst>
          <pc:docMk/>
          <pc:sldMk cId="1078149671" sldId="273"/>
        </pc:sldMkLst>
        <pc:spChg chg="mod ord">
          <ac:chgData name="Feng Shi" userId="483437eb4e9046ff" providerId="LiveId" clId="{24F542D0-C8D7-4A05-BC09-4F151FB49632}" dt="2023-03-15T04:13:50.821" v="978" actId="27636"/>
          <ac:spMkLst>
            <pc:docMk/>
            <pc:sldMk cId="1078149671" sldId="273"/>
            <ac:spMk id="2" creationId="{97249299-B2E1-164B-9D28-7833904F88FD}"/>
          </ac:spMkLst>
        </pc:spChg>
        <pc:spChg chg="mod ord">
          <ac:chgData name="Feng Shi" userId="483437eb4e9046ff" providerId="LiveId" clId="{24F542D0-C8D7-4A05-BC09-4F151FB49632}" dt="2023-03-15T04:03:39.758" v="831" actId="26606"/>
          <ac:spMkLst>
            <pc:docMk/>
            <pc:sldMk cId="1078149671" sldId="273"/>
            <ac:spMk id="3" creationId="{E4CCBE66-029B-1A42-8B93-5DED4C28F3FB}"/>
          </ac:spMkLst>
        </pc:spChg>
        <pc:spChg chg="add del">
          <ac:chgData name="Feng Shi" userId="483437eb4e9046ff" providerId="LiveId" clId="{24F542D0-C8D7-4A05-BC09-4F151FB49632}" dt="2023-03-15T04:03:39.758" v="831" actId="26606"/>
          <ac:spMkLst>
            <pc:docMk/>
            <pc:sldMk cId="1078149671" sldId="273"/>
            <ac:spMk id="10" creationId="{6BFF1E8A-3E3F-4A67-97F8-32C8D4123807}"/>
          </ac:spMkLst>
        </pc:spChg>
        <pc:spChg chg="add del">
          <ac:chgData name="Feng Shi" userId="483437eb4e9046ff" providerId="LiveId" clId="{24F542D0-C8D7-4A05-BC09-4F151FB49632}" dt="2023-03-15T04:03:39.758" v="831" actId="26606"/>
          <ac:spMkLst>
            <pc:docMk/>
            <pc:sldMk cId="1078149671" sldId="273"/>
            <ac:spMk id="12" creationId="{D0BBA9C7-5B8B-474E-9392-E742C78ED5D2}"/>
          </ac:spMkLst>
        </pc:spChg>
        <pc:spChg chg="add del">
          <ac:chgData name="Feng Shi" userId="483437eb4e9046ff" providerId="LiveId" clId="{24F542D0-C8D7-4A05-BC09-4F151FB49632}" dt="2023-03-15T04:03:39.758" v="831" actId="26606"/>
          <ac:spMkLst>
            <pc:docMk/>
            <pc:sldMk cId="1078149671" sldId="273"/>
            <ac:spMk id="14" creationId="{1D52F3B2-AFE1-41E8-9E34-D2B02A65826D}"/>
          </ac:spMkLst>
        </pc:spChg>
        <pc:spChg chg="add del">
          <ac:chgData name="Feng Shi" userId="483437eb4e9046ff" providerId="LiveId" clId="{24F542D0-C8D7-4A05-BC09-4F151FB49632}" dt="2023-03-15T04:03:39.758" v="831" actId="26606"/>
          <ac:spMkLst>
            <pc:docMk/>
            <pc:sldMk cId="1078149671" sldId="273"/>
            <ac:spMk id="16" creationId="{C16E6DBF-82B5-4B52-B1C5-E1C756AC5741}"/>
          </ac:spMkLst>
        </pc:spChg>
        <pc:spChg chg="add del">
          <ac:chgData name="Feng Shi" userId="483437eb4e9046ff" providerId="LiveId" clId="{24F542D0-C8D7-4A05-BC09-4F151FB49632}" dt="2023-03-15T04:03:39.758" v="831" actId="26606"/>
          <ac:spMkLst>
            <pc:docMk/>
            <pc:sldMk cId="1078149671" sldId="273"/>
            <ac:spMk id="18" creationId="{B8DD2392-397B-48BF-BEFA-EA1FB881CA85}"/>
          </ac:spMkLst>
        </pc:spChg>
        <pc:picChg chg="add mod">
          <ac:chgData name="Feng Shi" userId="483437eb4e9046ff" providerId="LiveId" clId="{24F542D0-C8D7-4A05-BC09-4F151FB49632}" dt="2023-03-15T04:13:46.941" v="976" actId="1076"/>
          <ac:picMkLst>
            <pc:docMk/>
            <pc:sldMk cId="1078149671" sldId="273"/>
            <ac:picMk id="5" creationId="{3144874E-68E1-EAFB-3348-BB0B45C0C2D3}"/>
          </ac:picMkLst>
        </pc:picChg>
      </pc:sldChg>
      <pc:sldChg chg="modSp add mod">
        <pc:chgData name="Feng Shi" userId="483437eb4e9046ff" providerId="LiveId" clId="{24F542D0-C8D7-4A05-BC09-4F151FB49632}" dt="2023-03-15T04:15:39.080" v="1025" actId="207"/>
        <pc:sldMkLst>
          <pc:docMk/>
          <pc:sldMk cId="3351720059" sldId="274"/>
        </pc:sldMkLst>
        <pc:spChg chg="mod">
          <ac:chgData name="Feng Shi" userId="483437eb4e9046ff" providerId="LiveId" clId="{24F542D0-C8D7-4A05-BC09-4F151FB49632}" dt="2023-03-15T04:15:07.481" v="1005" actId="1076"/>
          <ac:spMkLst>
            <pc:docMk/>
            <pc:sldMk cId="3351720059" sldId="274"/>
            <ac:spMk id="2" creationId="{ABB6AA08-C32B-6F4E-8AB3-67AE085DA5BA}"/>
          </ac:spMkLst>
        </pc:spChg>
        <pc:spChg chg="mod">
          <ac:chgData name="Feng Shi" userId="483437eb4e9046ff" providerId="LiveId" clId="{24F542D0-C8D7-4A05-BC09-4F151FB49632}" dt="2023-03-15T04:15:39.080" v="1025" actId="207"/>
          <ac:spMkLst>
            <pc:docMk/>
            <pc:sldMk cId="3351720059" sldId="274"/>
            <ac:spMk id="3" creationId="{E4B3B5DF-DAF7-B946-AB06-11AE7FF1176B}"/>
          </ac:spMkLst>
        </pc:spChg>
      </pc:sldChg>
    </pc:docChg>
  </pc:docChgLst>
  <pc:docChgLst>
    <pc:chgData name="Shi Feng" userId="483437eb4e9046ff" providerId="LiveId" clId="{6AEA8980-7792-42CB-B6B3-F50C36C9ED7B}"/>
    <pc:docChg chg="undo custSel addSld delSld modSld sldOrd">
      <pc:chgData name="Shi Feng" userId="483437eb4e9046ff" providerId="LiveId" clId="{6AEA8980-7792-42CB-B6B3-F50C36C9ED7B}" dt="2023-03-16T13:58:55.046" v="9350" actId="20577"/>
      <pc:docMkLst>
        <pc:docMk/>
      </pc:docMkLst>
      <pc:sldChg chg="delSp modSp mod">
        <pc:chgData name="Shi Feng" userId="483437eb4e9046ff" providerId="LiveId" clId="{6AEA8980-7792-42CB-B6B3-F50C36C9ED7B}" dt="2023-03-16T13:39:16.322" v="7570"/>
        <pc:sldMkLst>
          <pc:docMk/>
          <pc:sldMk cId="749231378" sldId="258"/>
        </pc:sldMkLst>
        <pc:spChg chg="mod">
          <ac:chgData name="Shi Feng" userId="483437eb4e9046ff" providerId="LiveId" clId="{6AEA8980-7792-42CB-B6B3-F50C36C9ED7B}" dt="2023-03-16T12:13:56.952" v="5557" actId="20577"/>
          <ac:spMkLst>
            <pc:docMk/>
            <pc:sldMk cId="749231378" sldId="258"/>
            <ac:spMk id="3" creationId="{E4B3B5DF-DAF7-B946-AB06-11AE7FF1176B}"/>
          </ac:spMkLst>
        </pc:spChg>
        <pc:spChg chg="del">
          <ac:chgData name="Shi Feng" userId="483437eb4e9046ff" providerId="LiveId" clId="{6AEA8980-7792-42CB-B6B3-F50C36C9ED7B}" dt="2023-03-16T13:39:16.322" v="7570"/>
          <ac:spMkLst>
            <pc:docMk/>
            <pc:sldMk cId="749231378" sldId="258"/>
            <ac:spMk id="4" creationId="{3C67ED23-508A-CEE2-28BC-1D9D09A8E2F8}"/>
          </ac:spMkLst>
        </pc:spChg>
      </pc:sldChg>
      <pc:sldChg chg="del">
        <pc:chgData name="Shi Feng" userId="483437eb4e9046ff" providerId="LiveId" clId="{6AEA8980-7792-42CB-B6B3-F50C36C9ED7B}" dt="2023-03-16T12:28:29.001" v="5657" actId="2696"/>
        <pc:sldMkLst>
          <pc:docMk/>
          <pc:sldMk cId="2325070039" sldId="261"/>
        </pc:sldMkLst>
      </pc:sldChg>
      <pc:sldChg chg="delSp modSp mod ord">
        <pc:chgData name="Shi Feng" userId="483437eb4e9046ff" providerId="LiveId" clId="{6AEA8980-7792-42CB-B6B3-F50C36C9ED7B}" dt="2023-03-16T13:39:16.322" v="7570"/>
        <pc:sldMkLst>
          <pc:docMk/>
          <pc:sldMk cId="1433308298" sldId="264"/>
        </pc:sldMkLst>
        <pc:spChg chg="mod">
          <ac:chgData name="Shi Feng" userId="483437eb4e9046ff" providerId="LiveId" clId="{6AEA8980-7792-42CB-B6B3-F50C36C9ED7B}" dt="2023-03-15T08:27:51.778" v="42" actId="20577"/>
          <ac:spMkLst>
            <pc:docMk/>
            <pc:sldMk cId="1433308298" sldId="264"/>
            <ac:spMk id="2" creationId="{0D8A6FF1-38C6-BF40-AA54-FC2C1268CA34}"/>
          </ac:spMkLst>
        </pc:spChg>
        <pc:spChg chg="mod">
          <ac:chgData name="Shi Feng" userId="483437eb4e9046ff" providerId="LiveId" clId="{6AEA8980-7792-42CB-B6B3-F50C36C9ED7B}" dt="2023-03-15T08:28:08.857" v="80" actId="20577"/>
          <ac:spMkLst>
            <pc:docMk/>
            <pc:sldMk cId="1433308298" sldId="264"/>
            <ac:spMk id="3" creationId="{0486DF19-DC1B-514A-8C02-64E0ECCD2C31}"/>
          </ac:spMkLst>
        </pc:spChg>
        <pc:spChg chg="del">
          <ac:chgData name="Shi Feng" userId="483437eb4e9046ff" providerId="LiveId" clId="{6AEA8980-7792-42CB-B6B3-F50C36C9ED7B}" dt="2023-03-16T13:39:16.322" v="7570"/>
          <ac:spMkLst>
            <pc:docMk/>
            <pc:sldMk cId="1433308298" sldId="264"/>
            <ac:spMk id="4" creationId="{E712E256-31E0-D6E7-C5DD-924E8B661296}"/>
          </ac:spMkLst>
        </pc:spChg>
      </pc:sldChg>
      <pc:sldChg chg="del">
        <pc:chgData name="Shi Feng" userId="483437eb4e9046ff" providerId="LiveId" clId="{6AEA8980-7792-42CB-B6B3-F50C36C9ED7B}" dt="2023-03-16T12:28:40.201" v="5660" actId="2696"/>
        <pc:sldMkLst>
          <pc:docMk/>
          <pc:sldMk cId="1342211502" sldId="265"/>
        </pc:sldMkLst>
      </pc:sldChg>
      <pc:sldChg chg="addSp delSp modSp mod">
        <pc:chgData name="Shi Feng" userId="483437eb4e9046ff" providerId="LiveId" clId="{6AEA8980-7792-42CB-B6B3-F50C36C9ED7B}" dt="2023-03-16T13:39:16.322" v="7570"/>
        <pc:sldMkLst>
          <pc:docMk/>
          <pc:sldMk cId="3232222854" sldId="267"/>
        </pc:sldMkLst>
        <pc:spChg chg="mod">
          <ac:chgData name="Shi Feng" userId="483437eb4e9046ff" providerId="LiveId" clId="{6AEA8980-7792-42CB-B6B3-F50C36C9ED7B}" dt="2023-03-15T12:53:07.017" v="2323" actId="1076"/>
          <ac:spMkLst>
            <pc:docMk/>
            <pc:sldMk cId="3232222854" sldId="267"/>
            <ac:spMk id="2" creationId="{54EBCB47-E079-8145-ACD0-A7E22DA14EF1}"/>
          </ac:spMkLst>
        </pc:spChg>
        <pc:spChg chg="mod">
          <ac:chgData name="Shi Feng" userId="483437eb4e9046ff" providerId="LiveId" clId="{6AEA8980-7792-42CB-B6B3-F50C36C9ED7B}" dt="2023-03-15T12:53:07.017" v="2323" actId="1076"/>
          <ac:spMkLst>
            <pc:docMk/>
            <pc:sldMk cId="3232222854" sldId="267"/>
            <ac:spMk id="3" creationId="{5AA4184C-CC2D-694B-9F25-182F7D3C3CBE}"/>
          </ac:spMkLst>
        </pc:spChg>
        <pc:spChg chg="mod">
          <ac:chgData name="Shi Feng" userId="483437eb4e9046ff" providerId="LiveId" clId="{6AEA8980-7792-42CB-B6B3-F50C36C9ED7B}" dt="2023-03-15T12:53:07.017" v="2323" actId="1076"/>
          <ac:spMkLst>
            <pc:docMk/>
            <pc:sldMk cId="3232222854" sldId="267"/>
            <ac:spMk id="4" creationId="{E1F4BA5D-7260-7C42-9521-BC1650AE8C71}"/>
          </ac:spMkLst>
        </pc:spChg>
        <pc:spChg chg="mod">
          <ac:chgData name="Shi Feng" userId="483437eb4e9046ff" providerId="LiveId" clId="{6AEA8980-7792-42CB-B6B3-F50C36C9ED7B}" dt="2023-03-15T15:49:21.506" v="2829" actId="20577"/>
          <ac:spMkLst>
            <pc:docMk/>
            <pc:sldMk cId="3232222854" sldId="267"/>
            <ac:spMk id="5" creationId="{BC24247E-BDFE-4545-BC58-B2351CD1E6E3}"/>
          </ac:spMkLst>
        </pc:spChg>
        <pc:spChg chg="mod">
          <ac:chgData name="Shi Feng" userId="483437eb4e9046ff" providerId="LiveId" clId="{6AEA8980-7792-42CB-B6B3-F50C36C9ED7B}" dt="2023-03-15T09:06:00.388" v="100" actId="20577"/>
          <ac:spMkLst>
            <pc:docMk/>
            <pc:sldMk cId="3232222854" sldId="267"/>
            <ac:spMk id="6" creationId="{749DA121-AAE1-8447-8DF5-6C89DB3D3284}"/>
          </ac:spMkLst>
        </pc:spChg>
        <pc:spChg chg="add mod">
          <ac:chgData name="Shi Feng" userId="483437eb4e9046ff" providerId="LiveId" clId="{6AEA8980-7792-42CB-B6B3-F50C36C9ED7B}" dt="2023-03-16T12:17:11.969" v="5597" actId="255"/>
          <ac:spMkLst>
            <pc:docMk/>
            <pc:sldMk cId="3232222854" sldId="267"/>
            <ac:spMk id="7" creationId="{5E77F176-5AA7-4EC3-C507-3BE8FCADA7BA}"/>
          </ac:spMkLst>
        </pc:spChg>
        <pc:spChg chg="del">
          <ac:chgData name="Shi Feng" userId="483437eb4e9046ff" providerId="LiveId" clId="{6AEA8980-7792-42CB-B6B3-F50C36C9ED7B}" dt="2023-03-16T13:39:16.322" v="7570"/>
          <ac:spMkLst>
            <pc:docMk/>
            <pc:sldMk cId="3232222854" sldId="267"/>
            <ac:spMk id="8" creationId="{A43634D7-C24B-A55D-C271-99CA5605EE9E}"/>
          </ac:spMkLst>
        </pc:spChg>
      </pc:sldChg>
      <pc:sldChg chg="delSp">
        <pc:chgData name="Shi Feng" userId="483437eb4e9046ff" providerId="LiveId" clId="{6AEA8980-7792-42CB-B6B3-F50C36C9ED7B}" dt="2023-03-16T13:39:16.322" v="7570"/>
        <pc:sldMkLst>
          <pc:docMk/>
          <pc:sldMk cId="296989914" sldId="268"/>
        </pc:sldMkLst>
        <pc:spChg chg="del">
          <ac:chgData name="Shi Feng" userId="483437eb4e9046ff" providerId="LiveId" clId="{6AEA8980-7792-42CB-B6B3-F50C36C9ED7B}" dt="2023-03-16T13:39:16.322" v="7570"/>
          <ac:spMkLst>
            <pc:docMk/>
            <pc:sldMk cId="296989914" sldId="268"/>
            <ac:spMk id="4" creationId="{C69C7D96-B1EB-A963-B642-A0682A527E41}"/>
          </ac:spMkLst>
        </pc:spChg>
      </pc:sldChg>
      <pc:sldChg chg="delSp modSp mod">
        <pc:chgData name="Shi Feng" userId="483437eb4e9046ff" providerId="LiveId" clId="{6AEA8980-7792-42CB-B6B3-F50C36C9ED7B}" dt="2023-03-16T13:39:16.322" v="7570"/>
        <pc:sldMkLst>
          <pc:docMk/>
          <pc:sldMk cId="987923896" sldId="270"/>
        </pc:sldMkLst>
        <pc:spChg chg="mod">
          <ac:chgData name="Shi Feng" userId="483437eb4e9046ff" providerId="LiveId" clId="{6AEA8980-7792-42CB-B6B3-F50C36C9ED7B}" dt="2023-03-16T12:30:15.444" v="5686" actId="20577"/>
          <ac:spMkLst>
            <pc:docMk/>
            <pc:sldMk cId="987923896" sldId="270"/>
            <ac:spMk id="3" creationId="{9456EDC8-6865-C043-9F52-A5101097FB22}"/>
          </ac:spMkLst>
        </pc:spChg>
        <pc:spChg chg="del">
          <ac:chgData name="Shi Feng" userId="483437eb4e9046ff" providerId="LiveId" clId="{6AEA8980-7792-42CB-B6B3-F50C36C9ED7B}" dt="2023-03-16T13:39:16.322" v="7570"/>
          <ac:spMkLst>
            <pc:docMk/>
            <pc:sldMk cId="987923896" sldId="270"/>
            <ac:spMk id="4" creationId="{C0D3C97A-06D2-2252-1583-C744887D26F9}"/>
          </ac:spMkLst>
        </pc:spChg>
      </pc:sldChg>
      <pc:sldChg chg="del">
        <pc:chgData name="Shi Feng" userId="483437eb4e9046ff" providerId="LiveId" clId="{6AEA8980-7792-42CB-B6B3-F50C36C9ED7B}" dt="2023-03-16T12:28:41.766" v="5661" actId="2696"/>
        <pc:sldMkLst>
          <pc:docMk/>
          <pc:sldMk cId="1319397983" sldId="271"/>
        </pc:sldMkLst>
      </pc:sldChg>
      <pc:sldChg chg="addSp delSp modSp mod ord">
        <pc:chgData name="Shi Feng" userId="483437eb4e9046ff" providerId="LiveId" clId="{6AEA8980-7792-42CB-B6B3-F50C36C9ED7B}" dt="2023-03-16T13:39:16.322" v="7570"/>
        <pc:sldMkLst>
          <pc:docMk/>
          <pc:sldMk cId="2894931453" sldId="272"/>
        </pc:sldMkLst>
        <pc:spChg chg="mod">
          <ac:chgData name="Shi Feng" userId="483437eb4e9046ff" providerId="LiveId" clId="{6AEA8980-7792-42CB-B6B3-F50C36C9ED7B}" dt="2023-03-16T12:46:43.594" v="5923" actId="20577"/>
          <ac:spMkLst>
            <pc:docMk/>
            <pc:sldMk cId="2894931453" sldId="272"/>
            <ac:spMk id="2" creationId="{F207C298-BBDA-2946-B9D9-D457CECF1751}"/>
          </ac:spMkLst>
        </pc:spChg>
        <pc:spChg chg="mod">
          <ac:chgData name="Shi Feng" userId="483437eb4e9046ff" providerId="LiveId" clId="{6AEA8980-7792-42CB-B6B3-F50C36C9ED7B}" dt="2023-03-16T12:48:46.919" v="6044" actId="20577"/>
          <ac:spMkLst>
            <pc:docMk/>
            <pc:sldMk cId="2894931453" sldId="272"/>
            <ac:spMk id="4" creationId="{B8849B47-9C38-BF44-922D-DEF9C6B9781A}"/>
          </ac:spMkLst>
        </pc:spChg>
        <pc:spChg chg="del">
          <ac:chgData name="Shi Feng" userId="483437eb4e9046ff" providerId="LiveId" clId="{6AEA8980-7792-42CB-B6B3-F50C36C9ED7B}" dt="2023-03-16T13:39:16.322" v="7570"/>
          <ac:spMkLst>
            <pc:docMk/>
            <pc:sldMk cId="2894931453" sldId="272"/>
            <ac:spMk id="6" creationId="{5C1D176D-FDB9-4E0F-74EB-5171A302B8D4}"/>
          </ac:spMkLst>
        </pc:spChg>
        <pc:spChg chg="del">
          <ac:chgData name="Shi Feng" userId="483437eb4e9046ff" providerId="LiveId" clId="{6AEA8980-7792-42CB-B6B3-F50C36C9ED7B}" dt="2023-03-16T12:46:17.511" v="5897" actId="21"/>
          <ac:spMkLst>
            <pc:docMk/>
            <pc:sldMk cId="2894931453" sldId="272"/>
            <ac:spMk id="7" creationId="{543E113D-D6A1-834B-9CBF-D374E35E79DD}"/>
          </ac:spMkLst>
        </pc:spChg>
        <pc:picChg chg="add mod">
          <ac:chgData name="Shi Feng" userId="483437eb4e9046ff" providerId="LiveId" clId="{6AEA8980-7792-42CB-B6B3-F50C36C9ED7B}" dt="2023-03-16T12:46:30.087" v="5901" actId="1076"/>
          <ac:picMkLst>
            <pc:docMk/>
            <pc:sldMk cId="2894931453" sldId="272"/>
            <ac:picMk id="5" creationId="{5B6CEC34-F5BE-49E0-46A4-3FE9D7E69E52}"/>
          </ac:picMkLst>
        </pc:picChg>
      </pc:sldChg>
      <pc:sldChg chg="delSp modSp mod">
        <pc:chgData name="Shi Feng" userId="483437eb4e9046ff" providerId="LiveId" clId="{6AEA8980-7792-42CB-B6B3-F50C36C9ED7B}" dt="2023-03-16T13:39:16.322" v="7570"/>
        <pc:sldMkLst>
          <pc:docMk/>
          <pc:sldMk cId="1078149671" sldId="273"/>
        </pc:sldMkLst>
        <pc:spChg chg="mod">
          <ac:chgData name="Shi Feng" userId="483437eb4e9046ff" providerId="LiveId" clId="{6AEA8980-7792-42CB-B6B3-F50C36C9ED7B}" dt="2023-03-15T08:26:27.780" v="2" actId="27636"/>
          <ac:spMkLst>
            <pc:docMk/>
            <pc:sldMk cId="1078149671" sldId="273"/>
            <ac:spMk id="2" creationId="{97249299-B2E1-164B-9D28-7833904F88FD}"/>
          </ac:spMkLst>
        </pc:spChg>
        <pc:spChg chg="del">
          <ac:chgData name="Shi Feng" userId="483437eb4e9046ff" providerId="LiveId" clId="{6AEA8980-7792-42CB-B6B3-F50C36C9ED7B}" dt="2023-03-16T13:39:16.322" v="7570"/>
          <ac:spMkLst>
            <pc:docMk/>
            <pc:sldMk cId="1078149671" sldId="273"/>
            <ac:spMk id="4" creationId="{F8FBFD9F-F20E-D380-5E04-2FAA2EDD84A8}"/>
          </ac:spMkLst>
        </pc:spChg>
        <pc:picChg chg="mod">
          <ac:chgData name="Shi Feng" userId="483437eb4e9046ff" providerId="LiveId" clId="{6AEA8980-7792-42CB-B6B3-F50C36C9ED7B}" dt="2023-03-15T08:26:25.546" v="0" actId="1076"/>
          <ac:picMkLst>
            <pc:docMk/>
            <pc:sldMk cId="1078149671" sldId="273"/>
            <ac:picMk id="5" creationId="{3144874E-68E1-EAFB-3348-BB0B45C0C2D3}"/>
          </ac:picMkLst>
        </pc:picChg>
      </pc:sldChg>
      <pc:sldChg chg="delSp modSp mod">
        <pc:chgData name="Shi Feng" userId="483437eb4e9046ff" providerId="LiveId" clId="{6AEA8980-7792-42CB-B6B3-F50C36C9ED7B}" dt="2023-03-16T13:39:16.322" v="7570"/>
        <pc:sldMkLst>
          <pc:docMk/>
          <pc:sldMk cId="3351720059" sldId="274"/>
        </pc:sldMkLst>
        <pc:spChg chg="mod">
          <ac:chgData name="Shi Feng" userId="483437eb4e9046ff" providerId="LiveId" clId="{6AEA8980-7792-42CB-B6B3-F50C36C9ED7B}" dt="2023-03-16T12:14:04.647" v="5558"/>
          <ac:spMkLst>
            <pc:docMk/>
            <pc:sldMk cId="3351720059" sldId="274"/>
            <ac:spMk id="3" creationId="{E4B3B5DF-DAF7-B946-AB06-11AE7FF1176B}"/>
          </ac:spMkLst>
        </pc:spChg>
        <pc:spChg chg="del">
          <ac:chgData name="Shi Feng" userId="483437eb4e9046ff" providerId="LiveId" clId="{6AEA8980-7792-42CB-B6B3-F50C36C9ED7B}" dt="2023-03-16T13:39:16.322" v="7570"/>
          <ac:spMkLst>
            <pc:docMk/>
            <pc:sldMk cId="3351720059" sldId="274"/>
            <ac:spMk id="4" creationId="{A9B4DE8C-4971-FC27-56C9-2B5EBD5FB24A}"/>
          </ac:spMkLst>
        </pc:spChg>
      </pc:sldChg>
      <pc:sldChg chg="delSp modSp add mod">
        <pc:chgData name="Shi Feng" userId="483437eb4e9046ff" providerId="LiveId" clId="{6AEA8980-7792-42CB-B6B3-F50C36C9ED7B}" dt="2023-03-16T13:39:16.322" v="7570"/>
        <pc:sldMkLst>
          <pc:docMk/>
          <pc:sldMk cId="1479365235" sldId="275"/>
        </pc:sldMkLst>
        <pc:spChg chg="mod">
          <ac:chgData name="Shi Feng" userId="483437eb4e9046ff" providerId="LiveId" clId="{6AEA8980-7792-42CB-B6B3-F50C36C9ED7B}" dt="2023-03-15T12:08:30.325" v="1450" actId="20577"/>
          <ac:spMkLst>
            <pc:docMk/>
            <pc:sldMk cId="1479365235" sldId="275"/>
            <ac:spMk id="2" creationId="{97249299-B2E1-164B-9D28-7833904F88FD}"/>
          </ac:spMkLst>
        </pc:spChg>
        <pc:spChg chg="mod">
          <ac:chgData name="Shi Feng" userId="483437eb4e9046ff" providerId="LiveId" clId="{6AEA8980-7792-42CB-B6B3-F50C36C9ED7B}" dt="2023-03-15T12:09:41.304" v="1476" actId="20577"/>
          <ac:spMkLst>
            <pc:docMk/>
            <pc:sldMk cId="1479365235" sldId="275"/>
            <ac:spMk id="3" creationId="{E4CCBE66-029B-1A42-8B93-5DED4C28F3FB}"/>
          </ac:spMkLst>
        </pc:spChg>
        <pc:spChg chg="del">
          <ac:chgData name="Shi Feng" userId="483437eb4e9046ff" providerId="LiveId" clId="{6AEA8980-7792-42CB-B6B3-F50C36C9ED7B}" dt="2023-03-16T13:39:16.322" v="7570"/>
          <ac:spMkLst>
            <pc:docMk/>
            <pc:sldMk cId="1479365235" sldId="275"/>
            <ac:spMk id="4" creationId="{5A05722A-A888-4CC9-5308-FFE536CCA7B9}"/>
          </ac:spMkLst>
        </pc:spChg>
        <pc:picChg chg="del">
          <ac:chgData name="Shi Feng" userId="483437eb4e9046ff" providerId="LiveId" clId="{6AEA8980-7792-42CB-B6B3-F50C36C9ED7B}" dt="2023-03-15T11:05:31.024" v="501" actId="21"/>
          <ac:picMkLst>
            <pc:docMk/>
            <pc:sldMk cId="1479365235" sldId="275"/>
            <ac:picMk id="5" creationId="{3144874E-68E1-EAFB-3348-BB0B45C0C2D3}"/>
          </ac:picMkLst>
        </pc:picChg>
      </pc:sldChg>
      <pc:sldChg chg="addSp delSp modSp add mod">
        <pc:chgData name="Shi Feng" userId="483437eb4e9046ff" providerId="LiveId" clId="{6AEA8980-7792-42CB-B6B3-F50C36C9ED7B}" dt="2023-03-16T13:39:16.322" v="7570"/>
        <pc:sldMkLst>
          <pc:docMk/>
          <pc:sldMk cId="3524483594" sldId="276"/>
        </pc:sldMkLst>
        <pc:spChg chg="mod">
          <ac:chgData name="Shi Feng" userId="483437eb4e9046ff" providerId="LiveId" clId="{6AEA8980-7792-42CB-B6B3-F50C36C9ED7B}" dt="2023-03-15T15:49:05.258" v="2803" actId="20577"/>
          <ac:spMkLst>
            <pc:docMk/>
            <pc:sldMk cId="3524483594" sldId="276"/>
            <ac:spMk id="2" creationId="{97249299-B2E1-164B-9D28-7833904F88FD}"/>
          </ac:spMkLst>
        </pc:spChg>
        <pc:spChg chg="mod">
          <ac:chgData name="Shi Feng" userId="483437eb4e9046ff" providerId="LiveId" clId="{6AEA8980-7792-42CB-B6B3-F50C36C9ED7B}" dt="2023-03-15T12:09:55.722" v="1499" actId="20577"/>
          <ac:spMkLst>
            <pc:docMk/>
            <pc:sldMk cId="3524483594" sldId="276"/>
            <ac:spMk id="3" creationId="{E4CCBE66-029B-1A42-8B93-5DED4C28F3FB}"/>
          </ac:spMkLst>
        </pc:spChg>
        <pc:spChg chg="del">
          <ac:chgData name="Shi Feng" userId="483437eb4e9046ff" providerId="LiveId" clId="{6AEA8980-7792-42CB-B6B3-F50C36C9ED7B}" dt="2023-03-16T13:39:16.322" v="7570"/>
          <ac:spMkLst>
            <pc:docMk/>
            <pc:sldMk cId="3524483594" sldId="276"/>
            <ac:spMk id="4" creationId="{68D6AA35-0896-8192-39F1-552FF2EFB58E}"/>
          </ac:spMkLst>
        </pc:spChg>
        <pc:picChg chg="add mod">
          <ac:chgData name="Shi Feng" userId="483437eb4e9046ff" providerId="LiveId" clId="{6AEA8980-7792-42CB-B6B3-F50C36C9ED7B}" dt="2023-03-15T12:25:10.843" v="1552" actId="1076"/>
          <ac:picMkLst>
            <pc:docMk/>
            <pc:sldMk cId="3524483594" sldId="276"/>
            <ac:picMk id="5" creationId="{33E0E12F-947C-1D55-8C17-24D31775A64A}"/>
          </ac:picMkLst>
        </pc:picChg>
      </pc:sldChg>
      <pc:sldChg chg="addSp delSp modSp add mod">
        <pc:chgData name="Shi Feng" userId="483437eb4e9046ff" providerId="LiveId" clId="{6AEA8980-7792-42CB-B6B3-F50C36C9ED7B}" dt="2023-03-16T13:39:16.322" v="7570"/>
        <pc:sldMkLst>
          <pc:docMk/>
          <pc:sldMk cId="3706523757" sldId="277"/>
        </pc:sldMkLst>
        <pc:spChg chg="mod">
          <ac:chgData name="Shi Feng" userId="483437eb4e9046ff" providerId="LiveId" clId="{6AEA8980-7792-42CB-B6B3-F50C36C9ED7B}" dt="2023-03-15T15:49:31.070" v="2836" actId="20577"/>
          <ac:spMkLst>
            <pc:docMk/>
            <pc:sldMk cId="3706523757" sldId="277"/>
            <ac:spMk id="2" creationId="{97249299-B2E1-164B-9D28-7833904F88FD}"/>
          </ac:spMkLst>
        </pc:spChg>
        <pc:spChg chg="mod">
          <ac:chgData name="Shi Feng" userId="483437eb4e9046ff" providerId="LiveId" clId="{6AEA8980-7792-42CB-B6B3-F50C36C9ED7B}" dt="2023-03-15T12:35:06.956" v="1830" actId="20577"/>
          <ac:spMkLst>
            <pc:docMk/>
            <pc:sldMk cId="3706523757" sldId="277"/>
            <ac:spMk id="3" creationId="{E4CCBE66-029B-1A42-8B93-5DED4C28F3FB}"/>
          </ac:spMkLst>
        </pc:spChg>
        <pc:spChg chg="del">
          <ac:chgData name="Shi Feng" userId="483437eb4e9046ff" providerId="LiveId" clId="{6AEA8980-7792-42CB-B6B3-F50C36C9ED7B}" dt="2023-03-16T13:39:16.322" v="7570"/>
          <ac:spMkLst>
            <pc:docMk/>
            <pc:sldMk cId="3706523757" sldId="277"/>
            <ac:spMk id="4" creationId="{AF591280-8139-4BF7-7E4D-3BD81CB69986}"/>
          </ac:spMkLst>
        </pc:spChg>
        <pc:picChg chg="add mod">
          <ac:chgData name="Shi Feng" userId="483437eb4e9046ff" providerId="LiveId" clId="{6AEA8980-7792-42CB-B6B3-F50C36C9ED7B}" dt="2023-03-15T12:47:52.121" v="2206" actId="1076"/>
          <ac:picMkLst>
            <pc:docMk/>
            <pc:sldMk cId="3706523757" sldId="277"/>
            <ac:picMk id="5" creationId="{99E2F714-66A6-0BE0-CF82-4D8669326592}"/>
          </ac:picMkLst>
        </pc:picChg>
        <pc:picChg chg="add mod">
          <ac:chgData name="Shi Feng" userId="483437eb4e9046ff" providerId="LiveId" clId="{6AEA8980-7792-42CB-B6B3-F50C36C9ED7B}" dt="2023-03-15T12:47:47.140" v="2205" actId="1076"/>
          <ac:picMkLst>
            <pc:docMk/>
            <pc:sldMk cId="3706523757" sldId="277"/>
            <ac:picMk id="7" creationId="{AA33FCD2-1EEB-882D-FFDD-C837E2D8BA5D}"/>
          </ac:picMkLst>
        </pc:picChg>
      </pc:sldChg>
      <pc:sldChg chg="addSp delSp modSp add mod">
        <pc:chgData name="Shi Feng" userId="483437eb4e9046ff" providerId="LiveId" clId="{6AEA8980-7792-42CB-B6B3-F50C36C9ED7B}" dt="2023-03-16T13:39:16.322" v="7570"/>
        <pc:sldMkLst>
          <pc:docMk/>
          <pc:sldMk cId="2663483749" sldId="278"/>
        </pc:sldMkLst>
        <pc:spChg chg="mod">
          <ac:chgData name="Shi Feng" userId="483437eb4e9046ff" providerId="LiveId" clId="{6AEA8980-7792-42CB-B6B3-F50C36C9ED7B}" dt="2023-03-15T15:49:45.129" v="2844" actId="14100"/>
          <ac:spMkLst>
            <pc:docMk/>
            <pc:sldMk cId="2663483749" sldId="278"/>
            <ac:spMk id="2" creationId="{54EBCB47-E079-8145-ACD0-A7E22DA14EF1}"/>
          </ac:spMkLst>
        </pc:spChg>
        <pc:spChg chg="del">
          <ac:chgData name="Shi Feng" userId="483437eb4e9046ff" providerId="LiveId" clId="{6AEA8980-7792-42CB-B6B3-F50C36C9ED7B}" dt="2023-03-16T13:39:16.322" v="7570"/>
          <ac:spMkLst>
            <pc:docMk/>
            <pc:sldMk cId="2663483749" sldId="278"/>
            <ac:spMk id="3" creationId="{19734371-4C43-2ED9-849A-0BD22144C9A3}"/>
          </ac:spMkLst>
        </pc:spChg>
        <pc:spChg chg="del">
          <ac:chgData name="Shi Feng" userId="483437eb4e9046ff" providerId="LiveId" clId="{6AEA8980-7792-42CB-B6B3-F50C36C9ED7B}" dt="2023-03-15T12:56:40.701" v="2361" actId="21"/>
          <ac:spMkLst>
            <pc:docMk/>
            <pc:sldMk cId="2663483749" sldId="278"/>
            <ac:spMk id="3" creationId="{5AA4184C-CC2D-694B-9F25-182F7D3C3CBE}"/>
          </ac:spMkLst>
        </pc:spChg>
        <pc:spChg chg="del mod">
          <ac:chgData name="Shi Feng" userId="483437eb4e9046ff" providerId="LiveId" clId="{6AEA8980-7792-42CB-B6B3-F50C36C9ED7B}" dt="2023-03-15T14:17:26.939" v="2555" actId="21"/>
          <ac:spMkLst>
            <pc:docMk/>
            <pc:sldMk cId="2663483749" sldId="278"/>
            <ac:spMk id="4" creationId="{E1F4BA5D-7260-7C42-9521-BC1650AE8C71}"/>
          </ac:spMkLst>
        </pc:spChg>
        <pc:spChg chg="del">
          <ac:chgData name="Shi Feng" userId="483437eb4e9046ff" providerId="LiveId" clId="{6AEA8980-7792-42CB-B6B3-F50C36C9ED7B}" dt="2023-03-15T12:56:50.523" v="2363" actId="21"/>
          <ac:spMkLst>
            <pc:docMk/>
            <pc:sldMk cId="2663483749" sldId="278"/>
            <ac:spMk id="5" creationId="{BC24247E-BDFE-4545-BC58-B2351CD1E6E3}"/>
          </ac:spMkLst>
        </pc:spChg>
        <pc:spChg chg="mod">
          <ac:chgData name="Shi Feng" userId="483437eb4e9046ff" providerId="LiveId" clId="{6AEA8980-7792-42CB-B6B3-F50C36C9ED7B}" dt="2023-03-15T12:52:24.294" v="2322" actId="20577"/>
          <ac:spMkLst>
            <pc:docMk/>
            <pc:sldMk cId="2663483749" sldId="278"/>
            <ac:spMk id="6" creationId="{749DA121-AAE1-8447-8DF5-6C89DB3D3284}"/>
          </ac:spMkLst>
        </pc:spChg>
        <pc:spChg chg="add del mod">
          <ac:chgData name="Shi Feng" userId="483437eb4e9046ff" providerId="LiveId" clId="{6AEA8980-7792-42CB-B6B3-F50C36C9ED7B}" dt="2023-03-15T12:56:48.265" v="2362" actId="21"/>
          <ac:spMkLst>
            <pc:docMk/>
            <pc:sldMk cId="2663483749" sldId="278"/>
            <ac:spMk id="8" creationId="{845C0B7A-C82F-DEA7-3A18-CE14B37D414D}"/>
          </ac:spMkLst>
        </pc:spChg>
        <pc:spChg chg="add del mod">
          <ac:chgData name="Shi Feng" userId="483437eb4e9046ff" providerId="LiveId" clId="{6AEA8980-7792-42CB-B6B3-F50C36C9ED7B}" dt="2023-03-15T12:56:52.680" v="2364" actId="21"/>
          <ac:spMkLst>
            <pc:docMk/>
            <pc:sldMk cId="2663483749" sldId="278"/>
            <ac:spMk id="10" creationId="{EF92539A-3EA5-B5CB-F836-0B16C1B5EEBC}"/>
          </ac:spMkLst>
        </pc:spChg>
        <pc:spChg chg="add mod">
          <ac:chgData name="Shi Feng" userId="483437eb4e9046ff" providerId="LiveId" clId="{6AEA8980-7792-42CB-B6B3-F50C36C9ED7B}" dt="2023-03-15T15:30:50.468" v="2742" actId="1076"/>
          <ac:spMkLst>
            <pc:docMk/>
            <pc:sldMk cId="2663483749" sldId="278"/>
            <ac:spMk id="11" creationId="{071C2F23-04CD-900E-68C2-4FDFBF7544DA}"/>
          </ac:spMkLst>
        </pc:spChg>
        <pc:spChg chg="add del mod">
          <ac:chgData name="Shi Feng" userId="483437eb4e9046ff" providerId="LiveId" clId="{6AEA8980-7792-42CB-B6B3-F50C36C9ED7B}" dt="2023-03-15T14:17:30.373" v="2557" actId="21"/>
          <ac:spMkLst>
            <pc:docMk/>
            <pc:sldMk cId="2663483749" sldId="278"/>
            <ac:spMk id="13" creationId="{7A5AAC7B-0F27-5D7A-8D16-7EB33F5B198F}"/>
          </ac:spMkLst>
        </pc:spChg>
        <pc:spChg chg="add mod">
          <ac:chgData name="Shi Feng" userId="483437eb4e9046ff" providerId="LiveId" clId="{6AEA8980-7792-42CB-B6B3-F50C36C9ED7B}" dt="2023-03-15T14:26:37.113" v="2721" actId="255"/>
          <ac:spMkLst>
            <pc:docMk/>
            <pc:sldMk cId="2663483749" sldId="278"/>
            <ac:spMk id="16" creationId="{45D8B898-4609-1291-E0E0-0DEC79D9CF51}"/>
          </ac:spMkLst>
        </pc:spChg>
        <pc:picChg chg="add mod">
          <ac:chgData name="Shi Feng" userId="483437eb4e9046ff" providerId="LiveId" clId="{6AEA8980-7792-42CB-B6B3-F50C36C9ED7B}" dt="2023-03-15T15:30:50.468" v="2742" actId="1076"/>
          <ac:picMkLst>
            <pc:docMk/>
            <pc:sldMk cId="2663483749" sldId="278"/>
            <ac:picMk id="15" creationId="{5839B2C8-688E-AB9E-19C7-8EFCC9E0A3C4}"/>
          </ac:picMkLst>
        </pc:picChg>
        <pc:picChg chg="add mod">
          <ac:chgData name="Shi Feng" userId="483437eb4e9046ff" providerId="LiveId" clId="{6AEA8980-7792-42CB-B6B3-F50C36C9ED7B}" dt="2023-03-15T15:30:50.468" v="2742" actId="1076"/>
          <ac:picMkLst>
            <pc:docMk/>
            <pc:sldMk cId="2663483749" sldId="278"/>
            <ac:picMk id="1026" creationId="{84EC405C-DE73-0BF5-5FAE-2EFB5F8C3D8D}"/>
          </ac:picMkLst>
        </pc:picChg>
        <pc:picChg chg="add del mod">
          <ac:chgData name="Shi Feng" userId="483437eb4e9046ff" providerId="LiveId" clId="{6AEA8980-7792-42CB-B6B3-F50C36C9ED7B}" dt="2023-03-15T14:22:23.191" v="2650" actId="21"/>
          <ac:picMkLst>
            <pc:docMk/>
            <pc:sldMk cId="2663483749" sldId="278"/>
            <ac:picMk id="1028" creationId="{6642FAC4-B2EF-FC03-2707-7B3ACC0B7BEE}"/>
          </ac:picMkLst>
        </pc:picChg>
      </pc:sldChg>
      <pc:sldChg chg="delSp modSp add mod">
        <pc:chgData name="Shi Feng" userId="483437eb4e9046ff" providerId="LiveId" clId="{6AEA8980-7792-42CB-B6B3-F50C36C9ED7B}" dt="2023-03-16T13:39:16.322" v="7570"/>
        <pc:sldMkLst>
          <pc:docMk/>
          <pc:sldMk cId="3939873184" sldId="279"/>
        </pc:sldMkLst>
        <pc:spChg chg="mod">
          <ac:chgData name="Shi Feng" userId="483437eb4e9046ff" providerId="LiveId" clId="{6AEA8980-7792-42CB-B6B3-F50C36C9ED7B}" dt="2023-03-16T12:14:12.372" v="5559"/>
          <ac:spMkLst>
            <pc:docMk/>
            <pc:sldMk cId="3939873184" sldId="279"/>
            <ac:spMk id="3" creationId="{E4B3B5DF-DAF7-B946-AB06-11AE7FF1176B}"/>
          </ac:spMkLst>
        </pc:spChg>
        <pc:spChg chg="del">
          <ac:chgData name="Shi Feng" userId="483437eb4e9046ff" providerId="LiveId" clId="{6AEA8980-7792-42CB-B6B3-F50C36C9ED7B}" dt="2023-03-16T13:39:16.322" v="7570"/>
          <ac:spMkLst>
            <pc:docMk/>
            <pc:sldMk cId="3939873184" sldId="279"/>
            <ac:spMk id="4" creationId="{934FFD3F-DB81-0446-2553-9B843C475096}"/>
          </ac:spMkLst>
        </pc:spChg>
      </pc:sldChg>
      <pc:sldChg chg="delSp modSp add mod">
        <pc:chgData name="Shi Feng" userId="483437eb4e9046ff" providerId="LiveId" clId="{6AEA8980-7792-42CB-B6B3-F50C36C9ED7B}" dt="2023-03-16T13:39:16.322" v="7570"/>
        <pc:sldMkLst>
          <pc:docMk/>
          <pc:sldMk cId="3932014173" sldId="280"/>
        </pc:sldMkLst>
        <pc:spChg chg="mod">
          <ac:chgData name="Shi Feng" userId="483437eb4e9046ff" providerId="LiveId" clId="{6AEA8980-7792-42CB-B6B3-F50C36C9ED7B}" dt="2023-03-16T12:14:22.449" v="5562" actId="207"/>
          <ac:spMkLst>
            <pc:docMk/>
            <pc:sldMk cId="3932014173" sldId="280"/>
            <ac:spMk id="3" creationId="{E4B3B5DF-DAF7-B946-AB06-11AE7FF1176B}"/>
          </ac:spMkLst>
        </pc:spChg>
        <pc:spChg chg="del">
          <ac:chgData name="Shi Feng" userId="483437eb4e9046ff" providerId="LiveId" clId="{6AEA8980-7792-42CB-B6B3-F50C36C9ED7B}" dt="2023-03-16T13:39:16.322" v="7570"/>
          <ac:spMkLst>
            <pc:docMk/>
            <pc:sldMk cId="3932014173" sldId="280"/>
            <ac:spMk id="4" creationId="{2A7366EA-3A71-279D-2948-4F4CCD1720EF}"/>
          </ac:spMkLst>
        </pc:spChg>
      </pc:sldChg>
      <pc:sldChg chg="addSp delSp modSp add mod ord">
        <pc:chgData name="Shi Feng" userId="483437eb4e9046ff" providerId="LiveId" clId="{6AEA8980-7792-42CB-B6B3-F50C36C9ED7B}" dt="2023-03-16T13:39:16.322" v="7570"/>
        <pc:sldMkLst>
          <pc:docMk/>
          <pc:sldMk cId="808882668" sldId="281"/>
        </pc:sldMkLst>
        <pc:spChg chg="mod">
          <ac:chgData name="Shi Feng" userId="483437eb4e9046ff" providerId="LiveId" clId="{6AEA8980-7792-42CB-B6B3-F50C36C9ED7B}" dt="2023-03-15T15:49:52.082" v="2851" actId="20577"/>
          <ac:spMkLst>
            <pc:docMk/>
            <pc:sldMk cId="808882668" sldId="281"/>
            <ac:spMk id="2" creationId="{54EBCB47-E079-8145-ACD0-A7E22DA14EF1}"/>
          </ac:spMkLst>
        </pc:spChg>
        <pc:spChg chg="add mod">
          <ac:chgData name="Shi Feng" userId="483437eb4e9046ff" providerId="LiveId" clId="{6AEA8980-7792-42CB-B6B3-F50C36C9ED7B}" dt="2023-03-16T09:14:49.143" v="3685" actId="20577"/>
          <ac:spMkLst>
            <pc:docMk/>
            <pc:sldMk cId="808882668" sldId="281"/>
            <ac:spMk id="3" creationId="{F919CCDD-66C0-C591-149F-C28E68A8AB94}"/>
          </ac:spMkLst>
        </pc:spChg>
        <pc:spChg chg="del">
          <ac:chgData name="Shi Feng" userId="483437eb4e9046ff" providerId="LiveId" clId="{6AEA8980-7792-42CB-B6B3-F50C36C9ED7B}" dt="2023-03-16T13:39:16.322" v="7570"/>
          <ac:spMkLst>
            <pc:docMk/>
            <pc:sldMk cId="808882668" sldId="281"/>
            <ac:spMk id="7" creationId="{0E61F211-F6F9-3878-1299-D838E696C989}"/>
          </ac:spMkLst>
        </pc:spChg>
        <pc:spChg chg="del mod">
          <ac:chgData name="Shi Feng" userId="483437eb4e9046ff" providerId="LiveId" clId="{6AEA8980-7792-42CB-B6B3-F50C36C9ED7B}" dt="2023-03-15T15:53:33.026" v="2856"/>
          <ac:spMkLst>
            <pc:docMk/>
            <pc:sldMk cId="808882668" sldId="281"/>
            <ac:spMk id="11" creationId="{071C2F23-04CD-900E-68C2-4FDFBF7544DA}"/>
          </ac:spMkLst>
        </pc:spChg>
        <pc:spChg chg="mod">
          <ac:chgData name="Shi Feng" userId="483437eb4e9046ff" providerId="LiveId" clId="{6AEA8980-7792-42CB-B6B3-F50C36C9ED7B}" dt="2023-03-15T16:02:18.622" v="2861" actId="255"/>
          <ac:spMkLst>
            <pc:docMk/>
            <pc:sldMk cId="808882668" sldId="281"/>
            <ac:spMk id="16" creationId="{45D8B898-4609-1291-E0E0-0DEC79D9CF51}"/>
          </ac:spMkLst>
        </pc:spChg>
        <pc:picChg chg="add mod">
          <ac:chgData name="Shi Feng" userId="483437eb4e9046ff" providerId="LiveId" clId="{6AEA8980-7792-42CB-B6B3-F50C36C9ED7B}" dt="2023-03-16T09:00:58.163" v="3216" actId="1076"/>
          <ac:picMkLst>
            <pc:docMk/>
            <pc:sldMk cId="808882668" sldId="281"/>
            <ac:picMk id="5" creationId="{E4DD7A58-1326-3BA7-598A-A1C801A67A0A}"/>
          </ac:picMkLst>
        </pc:picChg>
        <pc:picChg chg="del">
          <ac:chgData name="Shi Feng" userId="483437eb4e9046ff" providerId="LiveId" clId="{6AEA8980-7792-42CB-B6B3-F50C36C9ED7B}" dt="2023-03-15T15:49:59.083" v="2852" actId="21"/>
          <ac:picMkLst>
            <pc:docMk/>
            <pc:sldMk cId="808882668" sldId="281"/>
            <ac:picMk id="15" creationId="{5839B2C8-688E-AB9E-19C7-8EFCC9E0A3C4}"/>
          </ac:picMkLst>
        </pc:picChg>
        <pc:picChg chg="del">
          <ac:chgData name="Shi Feng" userId="483437eb4e9046ff" providerId="LiveId" clId="{6AEA8980-7792-42CB-B6B3-F50C36C9ED7B}" dt="2023-03-15T15:50:01.481" v="2853" actId="21"/>
          <ac:picMkLst>
            <pc:docMk/>
            <pc:sldMk cId="808882668" sldId="281"/>
            <ac:picMk id="1026" creationId="{84EC405C-DE73-0BF5-5FAE-2EFB5F8C3D8D}"/>
          </ac:picMkLst>
        </pc:picChg>
      </pc:sldChg>
      <pc:sldChg chg="addSp delSp modSp add mod">
        <pc:chgData name="Shi Feng" userId="483437eb4e9046ff" providerId="LiveId" clId="{6AEA8980-7792-42CB-B6B3-F50C36C9ED7B}" dt="2023-03-16T13:39:16.322" v="7570"/>
        <pc:sldMkLst>
          <pc:docMk/>
          <pc:sldMk cId="2183150958" sldId="282"/>
        </pc:sldMkLst>
        <pc:spChg chg="mod">
          <ac:chgData name="Shi Feng" userId="483437eb4e9046ff" providerId="LiveId" clId="{6AEA8980-7792-42CB-B6B3-F50C36C9ED7B}" dt="2023-03-16T12:15:59.645" v="5593" actId="20577"/>
          <ac:spMkLst>
            <pc:docMk/>
            <pc:sldMk cId="2183150958" sldId="282"/>
            <ac:spMk id="2" creationId="{97249299-B2E1-164B-9D28-7833904F88FD}"/>
          </ac:spMkLst>
        </pc:spChg>
        <pc:spChg chg="mod">
          <ac:chgData name="Shi Feng" userId="483437eb4e9046ff" providerId="LiveId" clId="{6AEA8980-7792-42CB-B6B3-F50C36C9ED7B}" dt="2023-03-16T09:17:11.384" v="3709" actId="20577"/>
          <ac:spMkLst>
            <pc:docMk/>
            <pc:sldMk cId="2183150958" sldId="282"/>
            <ac:spMk id="3" creationId="{E4CCBE66-029B-1A42-8B93-5DED4C28F3FB}"/>
          </ac:spMkLst>
        </pc:spChg>
        <pc:spChg chg="add mod">
          <ac:chgData name="Shi Feng" userId="483437eb4e9046ff" providerId="LiveId" clId="{6AEA8980-7792-42CB-B6B3-F50C36C9ED7B}" dt="2023-03-16T13:37:12.482" v="7563" actId="20577"/>
          <ac:spMkLst>
            <pc:docMk/>
            <pc:sldMk cId="2183150958" sldId="282"/>
            <ac:spMk id="8" creationId="{00B402C3-A0D2-71D7-44F7-605367E9C7B5}"/>
          </ac:spMkLst>
        </pc:spChg>
        <pc:spChg chg="del">
          <ac:chgData name="Shi Feng" userId="483437eb4e9046ff" providerId="LiveId" clId="{6AEA8980-7792-42CB-B6B3-F50C36C9ED7B}" dt="2023-03-16T13:39:16.322" v="7570"/>
          <ac:spMkLst>
            <pc:docMk/>
            <pc:sldMk cId="2183150958" sldId="282"/>
            <ac:spMk id="9" creationId="{603A5C93-E0DC-6EB3-52FD-674F9F703FA0}"/>
          </ac:spMkLst>
        </pc:spChg>
        <pc:picChg chg="del">
          <ac:chgData name="Shi Feng" userId="483437eb4e9046ff" providerId="LiveId" clId="{6AEA8980-7792-42CB-B6B3-F50C36C9ED7B}" dt="2023-03-16T09:17:15.565" v="3710" actId="21"/>
          <ac:picMkLst>
            <pc:docMk/>
            <pc:sldMk cId="2183150958" sldId="282"/>
            <ac:picMk id="5" creationId="{99E2F714-66A6-0BE0-CF82-4D8669326592}"/>
          </ac:picMkLst>
        </pc:picChg>
        <pc:picChg chg="add mod">
          <ac:chgData name="Shi Feng" userId="483437eb4e9046ff" providerId="LiveId" clId="{6AEA8980-7792-42CB-B6B3-F50C36C9ED7B}" dt="2023-03-16T12:15:57.543" v="5591" actId="1076"/>
          <ac:picMkLst>
            <pc:docMk/>
            <pc:sldMk cId="2183150958" sldId="282"/>
            <ac:picMk id="6" creationId="{536926DF-77B2-F856-A557-3597B4FBD0FD}"/>
          </ac:picMkLst>
        </pc:picChg>
        <pc:picChg chg="del">
          <ac:chgData name="Shi Feng" userId="483437eb4e9046ff" providerId="LiveId" clId="{6AEA8980-7792-42CB-B6B3-F50C36C9ED7B}" dt="2023-03-16T09:17:21.733" v="3712" actId="21"/>
          <ac:picMkLst>
            <pc:docMk/>
            <pc:sldMk cId="2183150958" sldId="282"/>
            <ac:picMk id="7" creationId="{AA33FCD2-1EEB-882D-FFDD-C837E2D8BA5D}"/>
          </ac:picMkLst>
        </pc:picChg>
      </pc:sldChg>
      <pc:sldChg chg="delSp modSp add mod">
        <pc:chgData name="Shi Feng" userId="483437eb4e9046ff" providerId="LiveId" clId="{6AEA8980-7792-42CB-B6B3-F50C36C9ED7B}" dt="2023-03-16T13:39:16.322" v="7570"/>
        <pc:sldMkLst>
          <pc:docMk/>
          <pc:sldMk cId="2883050981" sldId="283"/>
        </pc:sldMkLst>
        <pc:spChg chg="mod">
          <ac:chgData name="Shi Feng" userId="483437eb4e9046ff" providerId="LiveId" clId="{6AEA8980-7792-42CB-B6B3-F50C36C9ED7B}" dt="2023-03-16T12:12:28.775" v="5415" actId="20577"/>
          <ac:spMkLst>
            <pc:docMk/>
            <pc:sldMk cId="2883050981" sldId="283"/>
            <ac:spMk id="2" creationId="{97249299-B2E1-164B-9D28-7833904F88FD}"/>
          </ac:spMkLst>
        </pc:spChg>
        <pc:spChg chg="del">
          <ac:chgData name="Shi Feng" userId="483437eb4e9046ff" providerId="LiveId" clId="{6AEA8980-7792-42CB-B6B3-F50C36C9ED7B}" dt="2023-03-16T13:39:16.322" v="7570"/>
          <ac:spMkLst>
            <pc:docMk/>
            <pc:sldMk cId="2883050981" sldId="283"/>
            <ac:spMk id="4" creationId="{17E035A1-5056-4622-68A4-5A6516CC59E8}"/>
          </ac:spMkLst>
        </pc:spChg>
        <pc:picChg chg="del">
          <ac:chgData name="Shi Feng" userId="483437eb4e9046ff" providerId="LiveId" clId="{6AEA8980-7792-42CB-B6B3-F50C36C9ED7B}" dt="2023-03-16T11:52:47.082" v="4508" actId="21"/>
          <ac:picMkLst>
            <pc:docMk/>
            <pc:sldMk cId="2883050981" sldId="283"/>
            <ac:picMk id="6" creationId="{536926DF-77B2-F856-A557-3597B4FBD0FD}"/>
          </ac:picMkLst>
        </pc:picChg>
      </pc:sldChg>
      <pc:sldChg chg="addSp delSp modSp add mod">
        <pc:chgData name="Shi Feng" userId="483437eb4e9046ff" providerId="LiveId" clId="{6AEA8980-7792-42CB-B6B3-F50C36C9ED7B}" dt="2023-03-16T13:39:16.322" v="7570"/>
        <pc:sldMkLst>
          <pc:docMk/>
          <pc:sldMk cId="4024056677" sldId="284"/>
        </pc:sldMkLst>
        <pc:spChg chg="mod">
          <ac:chgData name="Shi Feng" userId="483437eb4e9046ff" providerId="LiveId" clId="{6AEA8980-7792-42CB-B6B3-F50C36C9ED7B}" dt="2023-03-16T12:45:18.082" v="5894" actId="1076"/>
          <ac:spMkLst>
            <pc:docMk/>
            <pc:sldMk cId="4024056677" sldId="284"/>
            <ac:spMk id="2" creationId="{97249299-B2E1-164B-9D28-7833904F88FD}"/>
          </ac:spMkLst>
        </pc:spChg>
        <pc:spChg chg="mod">
          <ac:chgData name="Shi Feng" userId="483437eb4e9046ff" providerId="LiveId" clId="{6AEA8980-7792-42CB-B6B3-F50C36C9ED7B}" dt="2023-03-16T12:27:37.177" v="5655" actId="20577"/>
          <ac:spMkLst>
            <pc:docMk/>
            <pc:sldMk cId="4024056677" sldId="284"/>
            <ac:spMk id="3" creationId="{E4CCBE66-029B-1A42-8B93-5DED4C28F3FB}"/>
          </ac:spMkLst>
        </pc:spChg>
        <pc:spChg chg="add del">
          <ac:chgData name="Shi Feng" userId="483437eb4e9046ff" providerId="LiveId" clId="{6AEA8980-7792-42CB-B6B3-F50C36C9ED7B}" dt="2023-03-16T12:40:18.471" v="5743"/>
          <ac:spMkLst>
            <pc:docMk/>
            <pc:sldMk cId="4024056677" sldId="284"/>
            <ac:spMk id="4" creationId="{EE63C5D2-E1BA-A369-C0BD-528891FAA196}"/>
          </ac:spMkLst>
        </pc:spChg>
        <pc:spChg chg="add mod">
          <ac:chgData name="Shi Feng" userId="483437eb4e9046ff" providerId="LiveId" clId="{6AEA8980-7792-42CB-B6B3-F50C36C9ED7B}" dt="2023-03-16T13:37:22.723" v="7565" actId="20577"/>
          <ac:spMkLst>
            <pc:docMk/>
            <pc:sldMk cId="4024056677" sldId="284"/>
            <ac:spMk id="7" creationId="{901A2CF2-0118-1A40-0BD2-DEB45EE7A4DE}"/>
          </ac:spMkLst>
        </pc:spChg>
        <pc:spChg chg="del">
          <ac:chgData name="Shi Feng" userId="483437eb4e9046ff" providerId="LiveId" clId="{6AEA8980-7792-42CB-B6B3-F50C36C9ED7B}" dt="2023-03-16T13:39:16.322" v="7570"/>
          <ac:spMkLst>
            <pc:docMk/>
            <pc:sldMk cId="4024056677" sldId="284"/>
            <ac:spMk id="8" creationId="{923890E8-ABB7-1739-4E9B-5EB3BE0E578F}"/>
          </ac:spMkLst>
        </pc:spChg>
        <pc:picChg chg="add mod">
          <ac:chgData name="Shi Feng" userId="483437eb4e9046ff" providerId="LiveId" clId="{6AEA8980-7792-42CB-B6B3-F50C36C9ED7B}" dt="2023-03-16T12:50:24.785" v="6051" actId="1076"/>
          <ac:picMkLst>
            <pc:docMk/>
            <pc:sldMk cId="4024056677" sldId="284"/>
            <ac:picMk id="6" creationId="{87EDAD4A-258C-BCA4-D0DA-582C030870C9}"/>
          </ac:picMkLst>
        </pc:picChg>
      </pc:sldChg>
      <pc:sldChg chg="addSp delSp modSp add mod">
        <pc:chgData name="Shi Feng" userId="483437eb4e9046ff" providerId="LiveId" clId="{6AEA8980-7792-42CB-B6B3-F50C36C9ED7B}" dt="2023-03-16T13:39:16.322" v="7570"/>
        <pc:sldMkLst>
          <pc:docMk/>
          <pc:sldMk cId="685274654" sldId="285"/>
        </pc:sldMkLst>
        <pc:spChg chg="mod">
          <ac:chgData name="Shi Feng" userId="483437eb4e9046ff" providerId="LiveId" clId="{6AEA8980-7792-42CB-B6B3-F50C36C9ED7B}" dt="2023-03-16T12:50:44.670" v="6052"/>
          <ac:spMkLst>
            <pc:docMk/>
            <pc:sldMk cId="685274654" sldId="285"/>
            <ac:spMk id="2" creationId="{F207C298-BBDA-2946-B9D9-D457CECF1751}"/>
          </ac:spMkLst>
        </pc:spChg>
        <pc:spChg chg="mod">
          <ac:chgData name="Shi Feng" userId="483437eb4e9046ff" providerId="LiveId" clId="{6AEA8980-7792-42CB-B6B3-F50C36C9ED7B}" dt="2023-03-16T12:54:14.742" v="6100" actId="20577"/>
          <ac:spMkLst>
            <pc:docMk/>
            <pc:sldMk cId="685274654" sldId="285"/>
            <ac:spMk id="4" creationId="{B8849B47-9C38-BF44-922D-DEF9C6B9781A}"/>
          </ac:spMkLst>
        </pc:spChg>
        <pc:spChg chg="del">
          <ac:chgData name="Shi Feng" userId="483437eb4e9046ff" providerId="LiveId" clId="{6AEA8980-7792-42CB-B6B3-F50C36C9ED7B}" dt="2023-03-16T13:39:16.322" v="7570"/>
          <ac:spMkLst>
            <pc:docMk/>
            <pc:sldMk cId="685274654" sldId="285"/>
            <ac:spMk id="7" creationId="{421F113A-2F00-89D9-6A9F-39DC0B2A9B80}"/>
          </ac:spMkLst>
        </pc:spChg>
        <pc:picChg chg="del">
          <ac:chgData name="Shi Feng" userId="483437eb4e9046ff" providerId="LiveId" clId="{6AEA8980-7792-42CB-B6B3-F50C36C9ED7B}" dt="2023-03-16T12:49:41.368" v="6046" actId="21"/>
          <ac:picMkLst>
            <pc:docMk/>
            <pc:sldMk cId="685274654" sldId="285"/>
            <ac:picMk id="5" creationId="{5B6CEC34-F5BE-49E0-46A4-3FE9D7E69E52}"/>
          </ac:picMkLst>
        </pc:picChg>
        <pc:picChg chg="add mod">
          <ac:chgData name="Shi Feng" userId="483437eb4e9046ff" providerId="LiveId" clId="{6AEA8980-7792-42CB-B6B3-F50C36C9ED7B}" dt="2023-03-16T12:50:11.649" v="6050" actId="1076"/>
          <ac:picMkLst>
            <pc:docMk/>
            <pc:sldMk cId="685274654" sldId="285"/>
            <ac:picMk id="6" creationId="{714CD49C-DF07-9ED0-6E96-33D435B9B010}"/>
          </ac:picMkLst>
        </pc:picChg>
      </pc:sldChg>
      <pc:sldChg chg="addSp delSp modSp add mod">
        <pc:chgData name="Shi Feng" userId="483437eb4e9046ff" providerId="LiveId" clId="{6AEA8980-7792-42CB-B6B3-F50C36C9ED7B}" dt="2023-03-16T13:39:16.322" v="7570"/>
        <pc:sldMkLst>
          <pc:docMk/>
          <pc:sldMk cId="479897439" sldId="286"/>
        </pc:sldMkLst>
        <pc:spChg chg="mod">
          <ac:chgData name="Shi Feng" userId="483437eb4e9046ff" providerId="LiveId" clId="{6AEA8980-7792-42CB-B6B3-F50C36C9ED7B}" dt="2023-03-16T13:23:08.978" v="6912" actId="20577"/>
          <ac:spMkLst>
            <pc:docMk/>
            <pc:sldMk cId="479897439" sldId="286"/>
            <ac:spMk id="2" creationId="{97249299-B2E1-164B-9D28-7833904F88FD}"/>
          </ac:spMkLst>
        </pc:spChg>
        <pc:spChg chg="mod">
          <ac:chgData name="Shi Feng" userId="483437eb4e9046ff" providerId="LiveId" clId="{6AEA8980-7792-42CB-B6B3-F50C36C9ED7B}" dt="2023-03-16T13:07:21.101" v="6657" actId="20577"/>
          <ac:spMkLst>
            <pc:docMk/>
            <pc:sldMk cId="479897439" sldId="286"/>
            <ac:spMk id="3" creationId="{E4CCBE66-029B-1A42-8B93-5DED4C28F3FB}"/>
          </ac:spMkLst>
        </pc:spChg>
        <pc:spChg chg="add del">
          <ac:chgData name="Shi Feng" userId="483437eb4e9046ff" providerId="LiveId" clId="{6AEA8980-7792-42CB-B6B3-F50C36C9ED7B}" dt="2023-03-16T13:23:48.205" v="6917" actId="22"/>
          <ac:spMkLst>
            <pc:docMk/>
            <pc:sldMk cId="479897439" sldId="286"/>
            <ac:spMk id="7" creationId="{84180436-E99C-46EE-7841-343C7272E870}"/>
          </ac:spMkLst>
        </pc:spChg>
        <pc:spChg chg="del">
          <ac:chgData name="Shi Feng" userId="483437eb4e9046ff" providerId="LiveId" clId="{6AEA8980-7792-42CB-B6B3-F50C36C9ED7B}" dt="2023-03-16T13:39:16.322" v="7570"/>
          <ac:spMkLst>
            <pc:docMk/>
            <pc:sldMk cId="479897439" sldId="286"/>
            <ac:spMk id="8" creationId="{D9A8B972-6162-59E5-5189-119389290AD2}"/>
          </ac:spMkLst>
        </pc:spChg>
        <pc:picChg chg="add mod">
          <ac:chgData name="Shi Feng" userId="483437eb4e9046ff" providerId="LiveId" clId="{6AEA8980-7792-42CB-B6B3-F50C36C9ED7B}" dt="2023-03-16T13:23:15.150" v="6915" actId="1076"/>
          <ac:picMkLst>
            <pc:docMk/>
            <pc:sldMk cId="479897439" sldId="286"/>
            <ac:picMk id="5" creationId="{B57774DA-252E-B624-72C0-7BF465CADF93}"/>
          </ac:picMkLst>
        </pc:picChg>
      </pc:sldChg>
      <pc:sldChg chg="addSp delSp modSp add mod">
        <pc:chgData name="Shi Feng" userId="483437eb4e9046ff" providerId="LiveId" clId="{6AEA8980-7792-42CB-B6B3-F50C36C9ED7B}" dt="2023-03-16T13:39:16.322" v="7570"/>
        <pc:sldMkLst>
          <pc:docMk/>
          <pc:sldMk cId="1072340121" sldId="287"/>
        </pc:sldMkLst>
        <pc:spChg chg="mod">
          <ac:chgData name="Shi Feng" userId="483437eb4e9046ff" providerId="LiveId" clId="{6AEA8980-7792-42CB-B6B3-F50C36C9ED7B}" dt="2023-03-16T13:32:43.544" v="7384" actId="114"/>
          <ac:spMkLst>
            <pc:docMk/>
            <pc:sldMk cId="1072340121" sldId="287"/>
            <ac:spMk id="2" creationId="{97249299-B2E1-164B-9D28-7833904F88FD}"/>
          </ac:spMkLst>
        </pc:spChg>
        <pc:spChg chg="add mod">
          <ac:chgData name="Shi Feng" userId="483437eb4e9046ff" providerId="LiveId" clId="{6AEA8980-7792-42CB-B6B3-F50C36C9ED7B}" dt="2023-03-16T13:37:46.806" v="7569" actId="255"/>
          <ac:spMkLst>
            <pc:docMk/>
            <pc:sldMk cId="1072340121" sldId="287"/>
            <ac:spMk id="4" creationId="{C8DB62B3-757F-7849-A36E-89DA612153AA}"/>
          </ac:spMkLst>
        </pc:spChg>
        <pc:spChg chg="del">
          <ac:chgData name="Shi Feng" userId="483437eb4e9046ff" providerId="LiveId" clId="{6AEA8980-7792-42CB-B6B3-F50C36C9ED7B}" dt="2023-03-16T13:39:16.322" v="7570"/>
          <ac:spMkLst>
            <pc:docMk/>
            <pc:sldMk cId="1072340121" sldId="287"/>
            <ac:spMk id="6" creationId="{86D101AB-09D5-1972-B01B-E7C2882F43BA}"/>
          </ac:spMkLst>
        </pc:spChg>
        <pc:picChg chg="del">
          <ac:chgData name="Shi Feng" userId="483437eb4e9046ff" providerId="LiveId" clId="{6AEA8980-7792-42CB-B6B3-F50C36C9ED7B}" dt="2023-03-16T13:23:53.159" v="6919" actId="21"/>
          <ac:picMkLst>
            <pc:docMk/>
            <pc:sldMk cId="1072340121" sldId="287"/>
            <ac:picMk id="5" creationId="{B57774DA-252E-B624-72C0-7BF465CADF93}"/>
          </ac:picMkLst>
        </pc:picChg>
      </pc:sldChg>
      <pc:sldChg chg="addSp delSp modSp add mod">
        <pc:chgData name="Shi Feng" userId="483437eb4e9046ff" providerId="LiveId" clId="{6AEA8980-7792-42CB-B6B3-F50C36C9ED7B}" dt="2023-03-16T13:50:32.126" v="8343" actId="1076"/>
        <pc:sldMkLst>
          <pc:docMk/>
          <pc:sldMk cId="4219616134" sldId="288"/>
        </pc:sldMkLst>
        <pc:spChg chg="mod">
          <ac:chgData name="Shi Feng" userId="483437eb4e9046ff" providerId="LiveId" clId="{6AEA8980-7792-42CB-B6B3-F50C36C9ED7B}" dt="2023-03-16T13:48:45.752" v="8337" actId="20577"/>
          <ac:spMkLst>
            <pc:docMk/>
            <pc:sldMk cId="4219616134" sldId="288"/>
            <ac:spMk id="2" creationId="{97249299-B2E1-164B-9D28-7833904F88FD}"/>
          </ac:spMkLst>
        </pc:spChg>
        <pc:spChg chg="mod">
          <ac:chgData name="Shi Feng" userId="483437eb4e9046ff" providerId="LiveId" clId="{6AEA8980-7792-42CB-B6B3-F50C36C9ED7B}" dt="2023-03-16T13:33:14.088" v="7387" actId="20577"/>
          <ac:spMkLst>
            <pc:docMk/>
            <pc:sldMk cId="4219616134" sldId="288"/>
            <ac:spMk id="3" creationId="{E4CCBE66-029B-1A42-8B93-5DED4C28F3FB}"/>
          </ac:spMkLst>
        </pc:spChg>
        <pc:spChg chg="del">
          <ac:chgData name="Shi Feng" userId="483437eb4e9046ff" providerId="LiveId" clId="{6AEA8980-7792-42CB-B6B3-F50C36C9ED7B}" dt="2023-03-16T13:39:16.322" v="7570"/>
          <ac:spMkLst>
            <pc:docMk/>
            <pc:sldMk cId="4219616134" sldId="288"/>
            <ac:spMk id="4" creationId="{3B13C175-512D-9544-DB31-81620BC4FE1D}"/>
          </ac:spMkLst>
        </pc:spChg>
        <pc:picChg chg="add mod">
          <ac:chgData name="Shi Feng" userId="483437eb4e9046ff" providerId="LiveId" clId="{6AEA8980-7792-42CB-B6B3-F50C36C9ED7B}" dt="2023-03-16T13:50:32.126" v="8343" actId="1076"/>
          <ac:picMkLst>
            <pc:docMk/>
            <pc:sldMk cId="4219616134" sldId="288"/>
            <ac:picMk id="6" creationId="{5BF117CE-56ED-137D-5BEC-6CC74949848E}"/>
          </ac:picMkLst>
        </pc:picChg>
      </pc:sldChg>
      <pc:sldChg chg="addSp modSp add mod">
        <pc:chgData name="Shi Feng" userId="483437eb4e9046ff" providerId="LiveId" clId="{6AEA8980-7792-42CB-B6B3-F50C36C9ED7B}" dt="2023-03-16T13:58:55.046" v="9350" actId="20577"/>
        <pc:sldMkLst>
          <pc:docMk/>
          <pc:sldMk cId="111235160" sldId="289"/>
        </pc:sldMkLst>
        <pc:spChg chg="mod">
          <ac:chgData name="Shi Feng" userId="483437eb4e9046ff" providerId="LiveId" clId="{6AEA8980-7792-42CB-B6B3-F50C36C9ED7B}" dt="2023-03-16T13:58:55.046" v="9350" actId="20577"/>
          <ac:spMkLst>
            <pc:docMk/>
            <pc:sldMk cId="111235160" sldId="289"/>
            <ac:spMk id="2" creationId="{97249299-B2E1-164B-9D28-7833904F88FD}"/>
          </ac:spMkLst>
        </pc:spChg>
        <pc:picChg chg="add mod">
          <ac:chgData name="Shi Feng" userId="483437eb4e9046ff" providerId="LiveId" clId="{6AEA8980-7792-42CB-B6B3-F50C36C9ED7B}" dt="2023-03-16T13:45:21.842" v="8173" actId="1076"/>
          <ac:picMkLst>
            <pc:docMk/>
            <pc:sldMk cId="111235160" sldId="289"/>
            <ac:picMk id="5" creationId="{D06C8E76-C832-A0F9-7F08-724AD324EF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1940-DB52-3B48-AABB-9C7938529E4E}" type="datetimeFigureOut">
              <a:rPr kumimoji="1" lang="zh-CN" altLang="en-US" smtClean="0"/>
              <a:t>2023/3/16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717E-F74C-4246-A795-6577BEDC8382}" type="slidenum">
              <a:rPr kumimoji="1" lang="zh-CN" altLang="en-US" smtClean="0"/>
              <a:t>‹#›</a:t>
            </a:fld>
            <a:endParaRPr kumimoji="1" lang="zh-CN" altLang="en-US"/>
          </a:p>
        </p:txBody>
      </p:sp>
    </p:spTree>
    <p:extLst>
      <p:ext uri="{BB962C8B-B14F-4D97-AF65-F5344CB8AC3E}">
        <p14:creationId xmlns:p14="http://schemas.microsoft.com/office/powerpoint/2010/main" val="2015298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D18717E-F74C-4246-A795-6577BEDC8382}" type="slidenum">
              <a:rPr kumimoji="1" lang="zh-CN" altLang="en-US" smtClean="0"/>
              <a:t>1</a:t>
            </a:fld>
            <a:endParaRPr kumimoji="1" lang="zh-CN" altLang="en-US"/>
          </a:p>
        </p:txBody>
      </p:sp>
    </p:spTree>
    <p:extLst>
      <p:ext uri="{BB962C8B-B14F-4D97-AF65-F5344CB8AC3E}">
        <p14:creationId xmlns:p14="http://schemas.microsoft.com/office/powerpoint/2010/main" val="1343740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D18717E-F74C-4246-A795-6577BEDC8382}" type="slidenum">
              <a:rPr kumimoji="1" lang="zh-CN" altLang="en-US" smtClean="0"/>
              <a:t>15</a:t>
            </a:fld>
            <a:endParaRPr kumimoji="1" lang="zh-CN" altLang="en-US"/>
          </a:p>
        </p:txBody>
      </p:sp>
    </p:spTree>
    <p:extLst>
      <p:ext uri="{BB962C8B-B14F-4D97-AF65-F5344CB8AC3E}">
        <p14:creationId xmlns:p14="http://schemas.microsoft.com/office/powerpoint/2010/main" val="2902946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D8CDC32-572D-47A1-BA45-FD1522B5CEA1}"/>
              </a:ext>
            </a:extLst>
          </p:cNvPr>
          <p:cNvGrpSpPr/>
          <p:nvPr userDrawn="1"/>
        </p:nvGrpSpPr>
        <p:grpSpPr>
          <a:xfrm>
            <a:off x="599226" y="1732459"/>
            <a:ext cx="10993549" cy="1907212"/>
            <a:chOff x="599225" y="1732459"/>
            <a:chExt cx="10993549" cy="1907212"/>
          </a:xfrm>
        </p:grpSpPr>
        <p:sp>
          <p:nvSpPr>
            <p:cNvPr id="22" name="矩形 21">
              <a:extLst>
                <a:ext uri="{FF2B5EF4-FFF2-40B4-BE49-F238E27FC236}">
                  <a16:creationId xmlns:a16="http://schemas.microsoft.com/office/drawing/2014/main" id="{47A9D506-C91D-DF44-8641-48F37CD3C15A}"/>
                </a:ext>
              </a:extLst>
            </p:cNvPr>
            <p:cNvSpPr/>
            <p:nvPr userDrawn="1"/>
          </p:nvSpPr>
          <p:spPr>
            <a:xfrm>
              <a:off x="599225" y="1736370"/>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0C216EDB-A291-4C86-911A-A3F95FDC0CF3}"/>
                </a:ext>
              </a:extLst>
            </p:cNvPr>
            <p:cNvSpPr/>
            <p:nvPr userDrawn="1"/>
          </p:nvSpPr>
          <p:spPr>
            <a:xfrm>
              <a:off x="599225" y="1732459"/>
              <a:ext cx="489346" cy="792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13" name="Subtitle 2">
            <a:extLst>
              <a:ext uri="{FF2B5EF4-FFF2-40B4-BE49-F238E27FC236}">
                <a16:creationId xmlns:a16="http://schemas.microsoft.com/office/drawing/2014/main" id="{103A73B5-4CCB-264A-803E-B46FEDFF9626}"/>
              </a:ext>
            </a:extLst>
          </p:cNvPr>
          <p:cNvSpPr>
            <a:spLocks noGrp="1"/>
          </p:cNvSpPr>
          <p:nvPr>
            <p:ph type="subTitle" idx="1"/>
          </p:nvPr>
        </p:nvSpPr>
        <p:spPr>
          <a:xfrm>
            <a:off x="1221831" y="3819054"/>
            <a:ext cx="974833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2" name="日期占位符 1">
            <a:extLst>
              <a:ext uri="{FF2B5EF4-FFF2-40B4-BE49-F238E27FC236}">
                <a16:creationId xmlns:a16="http://schemas.microsoft.com/office/drawing/2014/main" id="{1EFB8BDD-FC0A-384D-B32A-D2CC0933A7E8}"/>
              </a:ext>
            </a:extLst>
          </p:cNvPr>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3" name="页脚占位符 2">
            <a:extLst>
              <a:ext uri="{FF2B5EF4-FFF2-40B4-BE49-F238E27FC236}">
                <a16:creationId xmlns:a16="http://schemas.microsoft.com/office/drawing/2014/main" id="{84A11234-2E12-B147-A4FF-3B49897981CE}"/>
              </a:ext>
            </a:extLst>
          </p:cNvPr>
          <p:cNvSpPr>
            <a:spLocks noGrp="1"/>
          </p:cNvSpPr>
          <p:nvPr>
            <p:ph type="ftr" sz="quarter" idx="11"/>
          </p:nvPr>
        </p:nvSpPr>
        <p:spPr/>
        <p:txBody>
          <a:bodyPr/>
          <a:lstStyle/>
          <a:p>
            <a:endParaRPr kumimoji="1" lang="zh-CN" altLang="en-US" dirty="0"/>
          </a:p>
        </p:txBody>
      </p:sp>
      <p:sp>
        <p:nvSpPr>
          <p:cNvPr id="7" name="灯片编号占位符 6">
            <a:extLst>
              <a:ext uri="{FF2B5EF4-FFF2-40B4-BE49-F238E27FC236}">
                <a16:creationId xmlns:a16="http://schemas.microsoft.com/office/drawing/2014/main" id="{5EFFF194-7BE9-7440-90F5-0BA3D1B448B8}"/>
              </a:ext>
            </a:extLst>
          </p:cNvPr>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6" name="标题 5">
            <a:extLst>
              <a:ext uri="{FF2B5EF4-FFF2-40B4-BE49-F238E27FC236}">
                <a16:creationId xmlns:a16="http://schemas.microsoft.com/office/drawing/2014/main" id="{030AE285-88AF-E941-9028-A7F40F9D5028}"/>
              </a:ext>
            </a:extLst>
          </p:cNvPr>
          <p:cNvSpPr>
            <a:spLocks noGrp="1"/>
          </p:cNvSpPr>
          <p:nvPr>
            <p:ph type="title"/>
          </p:nvPr>
        </p:nvSpPr>
        <p:spPr>
          <a:xfrm>
            <a:off x="1221831" y="2028083"/>
            <a:ext cx="9748800" cy="1317600"/>
          </a:xfrm>
        </p:spPr>
        <p:txBody>
          <a:bodyPr>
            <a:normAutofit/>
          </a:bodyPr>
          <a:lstStyle>
            <a:lvl1pPr algn="ctr">
              <a:defRPr sz="4000"/>
            </a:lvl1pPr>
          </a:lstStyle>
          <a:p>
            <a:r>
              <a:rPr kumimoji="1" lang="zh-CN" altLang="en-US" dirty="0"/>
              <a:t>单击此处编辑母版标题样式</a:t>
            </a:r>
          </a:p>
        </p:txBody>
      </p:sp>
    </p:spTree>
    <p:extLst>
      <p:ext uri="{BB962C8B-B14F-4D97-AF65-F5344CB8AC3E}">
        <p14:creationId xmlns:p14="http://schemas.microsoft.com/office/powerpoint/2010/main" val="9349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377" y="2180498"/>
            <a:ext cx="10521387" cy="3678303"/>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0" name="标题 9">
            <a:extLst>
              <a:ext uri="{FF2B5EF4-FFF2-40B4-BE49-F238E27FC236}">
                <a16:creationId xmlns:a16="http://schemas.microsoft.com/office/drawing/2014/main" id="{B3414000-0475-7845-9508-337FFFC1B7E8}"/>
              </a:ext>
            </a:extLst>
          </p:cNvPr>
          <p:cNvSpPr>
            <a:spLocks noGrp="1"/>
          </p:cNvSpPr>
          <p:nvPr>
            <p:ph type="title"/>
          </p:nvPr>
        </p:nvSpPr>
        <p:spPr/>
        <p:txBody>
          <a:bodyPr/>
          <a:lstStyle/>
          <a:p>
            <a:r>
              <a:rPr kumimoji="1" lang="zh-CN" altLang="en-US" dirty="0"/>
              <a:t>单击此处编辑母版标题样式</a:t>
            </a:r>
          </a:p>
        </p:txBody>
      </p:sp>
      <p:sp>
        <p:nvSpPr>
          <p:cNvPr id="11" name="日期占位符 10">
            <a:extLst>
              <a:ext uri="{FF2B5EF4-FFF2-40B4-BE49-F238E27FC236}">
                <a16:creationId xmlns:a16="http://schemas.microsoft.com/office/drawing/2014/main" id="{2265DA69-D9B6-384B-91FC-5C225D983B6A}"/>
              </a:ext>
            </a:extLst>
          </p:cNvPr>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12" name="页脚占位符 11">
            <a:extLst>
              <a:ext uri="{FF2B5EF4-FFF2-40B4-BE49-F238E27FC236}">
                <a16:creationId xmlns:a16="http://schemas.microsoft.com/office/drawing/2014/main" id="{198CD9FF-6143-0B4F-B35B-FC5B48F32263}"/>
              </a:ext>
            </a:extLst>
          </p:cNvPr>
          <p:cNvSpPr>
            <a:spLocks noGrp="1"/>
          </p:cNvSpPr>
          <p:nvPr>
            <p:ph type="ftr" sz="quarter" idx="11"/>
          </p:nvPr>
        </p:nvSpPr>
        <p:spPr/>
        <p:txBody>
          <a:bodyPr/>
          <a:lstStyle/>
          <a:p>
            <a:endParaRPr kumimoji="1" lang="zh-CN" altLang="en-US" dirty="0"/>
          </a:p>
        </p:txBody>
      </p:sp>
      <p:sp>
        <p:nvSpPr>
          <p:cNvPr id="13" name="灯片编号占位符 12">
            <a:extLst>
              <a:ext uri="{FF2B5EF4-FFF2-40B4-BE49-F238E27FC236}">
                <a16:creationId xmlns:a16="http://schemas.microsoft.com/office/drawing/2014/main" id="{B99E00C6-785E-8740-9B07-6D282AB53790}"/>
              </a:ext>
            </a:extLst>
          </p:cNvPr>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340990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26727754-C851-C341-8EC8-C90F9BC75713}"/>
              </a:ext>
            </a:extLst>
          </p:cNvPr>
          <p:cNvSpPr>
            <a:spLocks noGrp="1"/>
          </p:cNvSpPr>
          <p:nvPr>
            <p:ph idx="1"/>
          </p:nvPr>
        </p:nvSpPr>
        <p:spPr>
          <a:xfrm>
            <a:off x="1687285" y="2329543"/>
            <a:ext cx="9923523" cy="3391101"/>
          </a:xfrm>
        </p:spPr>
        <p:txBody>
          <a:bodyPr anchor="t">
            <a:normAutofit/>
          </a:bodyPr>
          <a:lstStyle>
            <a:lvl1pPr algn="l">
              <a:defRPr sz="2800"/>
            </a:lvl1pPr>
            <a:lvl2pPr algn="l">
              <a:defRPr sz="2400"/>
            </a:lvl2pPr>
            <a:lvl3pPr algn="l">
              <a:defRPr sz="2000"/>
            </a:lvl3pPr>
            <a:lvl4pPr algn="l">
              <a:defRPr sz="1800"/>
            </a:lvl4pPr>
            <a:lvl5pPr algn="l">
              <a:defRPr sz="18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3" name="Date Placeholder 3">
            <a:extLst>
              <a:ext uri="{FF2B5EF4-FFF2-40B4-BE49-F238E27FC236}">
                <a16:creationId xmlns:a16="http://schemas.microsoft.com/office/drawing/2014/main" id="{83F81271-2815-9B4A-9DE1-54434A60C989}"/>
              </a:ext>
            </a:extLst>
          </p:cNvPr>
          <p:cNvSpPr>
            <a:spLocks noGrp="1"/>
          </p:cNvSpPr>
          <p:nvPr>
            <p:ph type="dt" sz="half" idx="10"/>
          </p:nvPr>
        </p:nvSpPr>
        <p:spPr>
          <a:xfrm>
            <a:off x="7605951" y="5597317"/>
            <a:ext cx="2844799" cy="365125"/>
          </a:xfrm>
        </p:spPr>
        <p:txBody>
          <a:bodyPr/>
          <a:lstStyle/>
          <a:p>
            <a:fld id="{E4551058-E5DB-324A-A8E9-6D3BEF243C3B}" type="datetimeFigureOut">
              <a:rPr kumimoji="1" lang="zh-CN" altLang="en-US" smtClean="0"/>
              <a:t>2023/3/16</a:t>
            </a:fld>
            <a:endParaRPr kumimoji="1" lang="zh-CN" altLang="en-US"/>
          </a:p>
        </p:txBody>
      </p:sp>
      <p:sp>
        <p:nvSpPr>
          <p:cNvPr id="16" name="Footer Placeholder 4">
            <a:extLst>
              <a:ext uri="{FF2B5EF4-FFF2-40B4-BE49-F238E27FC236}">
                <a16:creationId xmlns:a16="http://schemas.microsoft.com/office/drawing/2014/main" id="{A57A6457-265E-454A-8DEA-AC0A1AAC3647}"/>
              </a:ext>
            </a:extLst>
          </p:cNvPr>
          <p:cNvSpPr>
            <a:spLocks noGrp="1"/>
          </p:cNvSpPr>
          <p:nvPr>
            <p:ph type="ftr" sz="quarter" idx="11"/>
          </p:nvPr>
        </p:nvSpPr>
        <p:spPr>
          <a:xfrm>
            <a:off x="1687285" y="5592991"/>
            <a:ext cx="5811116" cy="365125"/>
          </a:xfrm>
        </p:spPr>
        <p:txBody>
          <a:bodyPr/>
          <a:lstStyle/>
          <a:p>
            <a:endParaRPr kumimoji="1" lang="zh-CN" altLang="en-US" dirty="0"/>
          </a:p>
        </p:txBody>
      </p:sp>
      <p:sp>
        <p:nvSpPr>
          <p:cNvPr id="17" name="Slide Number Placeholder 5">
            <a:extLst>
              <a:ext uri="{FF2B5EF4-FFF2-40B4-BE49-F238E27FC236}">
                <a16:creationId xmlns:a16="http://schemas.microsoft.com/office/drawing/2014/main" id="{17055F7E-60B7-6A43-A3E4-C6F9DC89FA56}"/>
              </a:ext>
            </a:extLst>
          </p:cNvPr>
          <p:cNvSpPr>
            <a:spLocks noGrp="1"/>
          </p:cNvSpPr>
          <p:nvPr>
            <p:ph type="sldNum" sz="quarter" idx="12"/>
          </p:nvPr>
        </p:nvSpPr>
        <p:spPr>
          <a:xfrm>
            <a:off x="10558300" y="5597317"/>
            <a:ext cx="1052508" cy="365125"/>
          </a:xfrm>
        </p:spPr>
        <p:txBody>
          <a:bodyPr/>
          <a:lstStyle/>
          <a:p>
            <a:fld id="{977BA8E6-E826-B147-AA17-E3D76A29629C}" type="slidenum">
              <a:rPr kumimoji="1" lang="zh-CN" altLang="en-US" smtClean="0"/>
              <a:t>‹#›</a:t>
            </a:fld>
            <a:endParaRPr kumimoji="1" lang="zh-CN" altLang="en-US"/>
          </a:p>
        </p:txBody>
      </p:sp>
      <p:sp>
        <p:nvSpPr>
          <p:cNvPr id="18" name="Title 1">
            <a:extLst>
              <a:ext uri="{FF2B5EF4-FFF2-40B4-BE49-F238E27FC236}">
                <a16:creationId xmlns:a16="http://schemas.microsoft.com/office/drawing/2014/main" id="{4D989D6D-F1B5-F54E-813A-CCB6A463D717}"/>
              </a:ext>
            </a:extLst>
          </p:cNvPr>
          <p:cNvSpPr>
            <a:spLocks noGrp="1"/>
          </p:cNvSpPr>
          <p:nvPr>
            <p:ph type="title"/>
          </p:nvPr>
        </p:nvSpPr>
        <p:spPr>
          <a:xfrm>
            <a:off x="1687285" y="865998"/>
            <a:ext cx="9923522" cy="1351451"/>
          </a:xfrm>
          <a:prstGeom prst="rect">
            <a:avLst/>
          </a:prstGeom>
        </p:spPr>
        <p:txBody>
          <a:bodyPr anchor="ctr">
            <a:normAutofit/>
          </a:bodyPr>
          <a:lstStyle>
            <a:lvl1pPr algn="l">
              <a:defRPr sz="3200"/>
            </a:lvl1pPr>
          </a:lstStyle>
          <a:p>
            <a:r>
              <a:rPr lang="zh-CN" altLang="en-US" dirty="0"/>
              <a:t>单击此处编辑母版标题样式</a:t>
            </a:r>
            <a:endParaRPr lang="en-US" dirty="0"/>
          </a:p>
        </p:txBody>
      </p:sp>
      <p:sp>
        <p:nvSpPr>
          <p:cNvPr id="21" name="Rectangle 8">
            <a:extLst>
              <a:ext uri="{FF2B5EF4-FFF2-40B4-BE49-F238E27FC236}">
                <a16:creationId xmlns:a16="http://schemas.microsoft.com/office/drawing/2014/main" id="{23D49990-DD79-AF4A-809C-C7A68D94B066}"/>
              </a:ext>
            </a:extLst>
          </p:cNvPr>
          <p:cNvSpPr/>
          <p:nvPr userDrawn="1"/>
        </p:nvSpPr>
        <p:spPr>
          <a:xfrm>
            <a:off x="695915" y="678673"/>
            <a:ext cx="360000" cy="58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矩形 11">
            <a:extLst>
              <a:ext uri="{FF2B5EF4-FFF2-40B4-BE49-F238E27FC236}">
                <a16:creationId xmlns:a16="http://schemas.microsoft.com/office/drawing/2014/main" id="{43727A51-3FBC-4883-9957-A794F7F65BF9}"/>
              </a:ext>
            </a:extLst>
          </p:cNvPr>
          <p:cNvSpPr/>
          <p:nvPr userDrawn="1"/>
        </p:nvSpPr>
        <p:spPr>
          <a:xfrm>
            <a:off x="695915" y="1261873"/>
            <a:ext cx="360000" cy="49174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9961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EA6CC6FD-0536-1042-94FB-7B29BCD323E4}"/>
              </a:ext>
            </a:extLst>
          </p:cNvPr>
          <p:cNvGrpSpPr/>
          <p:nvPr userDrawn="1"/>
        </p:nvGrpSpPr>
        <p:grpSpPr>
          <a:xfrm>
            <a:off x="599225" y="1736370"/>
            <a:ext cx="10993549" cy="1903301"/>
            <a:chOff x="599225" y="1921565"/>
            <a:chExt cx="10993549" cy="1903301"/>
          </a:xfrm>
        </p:grpSpPr>
        <p:sp>
          <p:nvSpPr>
            <p:cNvPr id="10" name="矩形 9">
              <a:extLst>
                <a:ext uri="{FF2B5EF4-FFF2-40B4-BE49-F238E27FC236}">
                  <a16:creationId xmlns:a16="http://schemas.microsoft.com/office/drawing/2014/main" id="{4BB59113-F03A-6147-A467-92DB82160BCD}"/>
                </a:ext>
              </a:extLst>
            </p:cNvPr>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7C3E5866-268A-1A4A-BD63-7247C0C32E7C}"/>
                </a:ext>
              </a:extLst>
            </p:cNvPr>
            <p:cNvSpPr/>
            <p:nvPr userDrawn="1"/>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7" name="日期占位符 10">
            <a:extLst>
              <a:ext uri="{FF2B5EF4-FFF2-40B4-BE49-F238E27FC236}">
                <a16:creationId xmlns:a16="http://schemas.microsoft.com/office/drawing/2014/main" id="{2D4038F2-9086-4849-856C-3F44B96DA1AE}"/>
              </a:ext>
            </a:extLst>
          </p:cNvPr>
          <p:cNvSpPr>
            <a:spLocks noGrp="1"/>
          </p:cNvSpPr>
          <p:nvPr>
            <p:ph type="dt" sz="half" idx="10"/>
          </p:nvPr>
        </p:nvSpPr>
        <p:spPr>
          <a:xfrm>
            <a:off x="7523545" y="5597323"/>
            <a:ext cx="2523280" cy="365125"/>
          </a:xfrm>
        </p:spPr>
        <p:txBody>
          <a:bodyPr/>
          <a:lstStyle/>
          <a:p>
            <a:fld id="{E4551058-E5DB-324A-A8E9-6D3BEF243C3B}" type="datetimeFigureOut">
              <a:rPr kumimoji="1" lang="zh-CN" altLang="en-US" smtClean="0"/>
              <a:t>2023/3/16</a:t>
            </a:fld>
            <a:endParaRPr kumimoji="1" lang="zh-CN" altLang="en-US"/>
          </a:p>
        </p:txBody>
      </p:sp>
      <p:sp>
        <p:nvSpPr>
          <p:cNvPr id="28" name="页脚占位符 11">
            <a:extLst>
              <a:ext uri="{FF2B5EF4-FFF2-40B4-BE49-F238E27FC236}">
                <a16:creationId xmlns:a16="http://schemas.microsoft.com/office/drawing/2014/main" id="{0ED79189-463D-A34A-93FE-02DAF3CA4425}"/>
              </a:ext>
            </a:extLst>
          </p:cNvPr>
          <p:cNvSpPr>
            <a:spLocks noGrp="1"/>
          </p:cNvSpPr>
          <p:nvPr>
            <p:ph type="ftr" sz="quarter" idx="11"/>
          </p:nvPr>
        </p:nvSpPr>
        <p:spPr>
          <a:xfrm>
            <a:off x="833377" y="5592997"/>
            <a:ext cx="6585500" cy="365125"/>
          </a:xfrm>
        </p:spPr>
        <p:txBody>
          <a:bodyPr/>
          <a:lstStyle/>
          <a:p>
            <a:endParaRPr kumimoji="1" lang="zh-CN" altLang="en-US" dirty="0"/>
          </a:p>
        </p:txBody>
      </p:sp>
      <p:sp>
        <p:nvSpPr>
          <p:cNvPr id="29" name="灯片编号占位符 12">
            <a:extLst>
              <a:ext uri="{FF2B5EF4-FFF2-40B4-BE49-F238E27FC236}">
                <a16:creationId xmlns:a16="http://schemas.microsoft.com/office/drawing/2014/main" id="{81D88334-B4F7-F340-8AA4-0865A0C0CF25}"/>
              </a:ext>
            </a:extLst>
          </p:cNvPr>
          <p:cNvSpPr>
            <a:spLocks noGrp="1"/>
          </p:cNvSpPr>
          <p:nvPr>
            <p:ph type="sldNum" sz="quarter" idx="12"/>
          </p:nvPr>
        </p:nvSpPr>
        <p:spPr>
          <a:xfrm>
            <a:off x="10151493" y="5597323"/>
            <a:ext cx="1203271" cy="365125"/>
          </a:xfrm>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002FBCA2-8AC8-4B46-8CCD-69EDADC02DD7}"/>
              </a:ext>
            </a:extLst>
          </p:cNvPr>
          <p:cNvSpPr>
            <a:spLocks noGrp="1"/>
          </p:cNvSpPr>
          <p:nvPr>
            <p:ph type="title"/>
          </p:nvPr>
        </p:nvSpPr>
        <p:spPr>
          <a:xfrm>
            <a:off x="963167" y="2022534"/>
            <a:ext cx="10267200" cy="1382400"/>
          </a:xfrm>
        </p:spPr>
        <p:txBody>
          <a:bodyPr>
            <a:normAutofit/>
          </a:bodyPr>
          <a:lstStyle>
            <a:lvl1pPr>
              <a:defRPr sz="3600"/>
            </a:lvl1pPr>
          </a:lstStyle>
          <a:p>
            <a:r>
              <a:rPr kumimoji="1" lang="zh-CN" altLang="en-US" dirty="0"/>
              <a:t>单击此处编辑母版标题样式</a:t>
            </a:r>
          </a:p>
        </p:txBody>
      </p:sp>
      <p:sp>
        <p:nvSpPr>
          <p:cNvPr id="14" name="Subtitle 2">
            <a:extLst>
              <a:ext uri="{FF2B5EF4-FFF2-40B4-BE49-F238E27FC236}">
                <a16:creationId xmlns:a16="http://schemas.microsoft.com/office/drawing/2014/main" id="{CC752BD4-8A44-D64D-B845-986E21B7DCC5}"/>
              </a:ext>
            </a:extLst>
          </p:cNvPr>
          <p:cNvSpPr>
            <a:spLocks noGrp="1"/>
          </p:cNvSpPr>
          <p:nvPr>
            <p:ph type="subTitle" idx="1"/>
          </p:nvPr>
        </p:nvSpPr>
        <p:spPr>
          <a:xfrm>
            <a:off x="963167" y="3819054"/>
            <a:ext cx="10265664" cy="1340999"/>
          </a:xfr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Tree>
    <p:extLst>
      <p:ext uri="{BB962C8B-B14F-4D97-AF65-F5344CB8AC3E}">
        <p14:creationId xmlns:p14="http://schemas.microsoft.com/office/powerpoint/2010/main" val="2282667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590C7D26-A2BB-CE43-BB2A-2808F22C4FD2}"/>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401461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rgbClr val="66087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rgbClr val="66087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395155F9-0BCA-F049-9D40-4CF28F90A407}"/>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3206004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DC31502A-7294-9848-AFF1-6116ACE1419B}"/>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285752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258948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DD0108F8-765A-DF43-9CAF-934132882EE3}"/>
              </a:ext>
            </a:extLst>
          </p:cNvPr>
          <p:cNvSpPr>
            <a:spLocks noChangeAspect="1"/>
          </p:cNvSpPr>
          <p:nvPr userDrawn="1"/>
        </p:nvSpPr>
        <p:spPr>
          <a:xfrm>
            <a:off x="447816" y="4914808"/>
            <a:ext cx="385561" cy="1032227"/>
          </a:xfrm>
          <a:prstGeom prst="rect">
            <a:avLst/>
          </a:prstGeom>
          <a:solidFill>
            <a:srgbClr val="660874"/>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21463" y="4928762"/>
            <a:ext cx="10333301" cy="653148"/>
          </a:xfrm>
          <a:prstGeom prst="rect">
            <a:avLst/>
          </a:prstGeom>
        </p:spPr>
        <p:txBody>
          <a:bodyPr anchor="ctr">
            <a:normAutofit/>
          </a:bodyPr>
          <a:lstStyle>
            <a:lvl1pPr algn="l">
              <a:defRPr sz="2400" b="0">
                <a:solidFill>
                  <a:srgbClr val="660874"/>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Text Placeholder 3"/>
          <p:cNvSpPr>
            <a:spLocks noGrp="1"/>
          </p:cNvSpPr>
          <p:nvPr>
            <p:ph type="body" sz="half" idx="2"/>
          </p:nvPr>
        </p:nvSpPr>
        <p:spPr>
          <a:xfrm>
            <a:off x="1021463" y="5581910"/>
            <a:ext cx="10333301" cy="365126"/>
          </a:xfrm>
        </p:spPr>
        <p:txBody>
          <a:bodyPr anchor="ctr">
            <a:normAutofit/>
          </a:bodyPr>
          <a:lstStyle>
            <a:lvl1pPr marL="0" indent="0" algn="l">
              <a:buNone/>
              <a:defRPr sz="1600">
                <a:solidFill>
                  <a:srgbClr val="660874"/>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8" name="日期占位符 7">
            <a:extLst>
              <a:ext uri="{FF2B5EF4-FFF2-40B4-BE49-F238E27FC236}">
                <a16:creationId xmlns:a16="http://schemas.microsoft.com/office/drawing/2014/main" id="{451282BD-10C7-4442-892B-E8FEFE30AD5A}"/>
              </a:ext>
            </a:extLst>
          </p:cNvPr>
          <p:cNvSpPr>
            <a:spLocks noGrp="1"/>
          </p:cNvSpPr>
          <p:nvPr>
            <p:ph type="dt" sz="half" idx="10"/>
          </p:nvPr>
        </p:nvSpPr>
        <p:spPr>
          <a:xfrm>
            <a:off x="7523545" y="6088813"/>
            <a:ext cx="2523280" cy="365125"/>
          </a:xfrm>
        </p:spPr>
        <p:txBody>
          <a:bodyPr/>
          <a:lstStyle/>
          <a:p>
            <a:fld id="{E4551058-E5DB-324A-A8E9-6D3BEF243C3B}" type="datetimeFigureOut">
              <a:rPr kumimoji="1" lang="zh-CN" altLang="en-US" smtClean="0"/>
              <a:t>2023/3/16</a:t>
            </a:fld>
            <a:endParaRPr kumimoji="1" lang="zh-CN" altLang="en-US"/>
          </a:p>
        </p:txBody>
      </p:sp>
      <p:sp>
        <p:nvSpPr>
          <p:cNvPr id="9" name="页脚占位符 8">
            <a:extLst>
              <a:ext uri="{FF2B5EF4-FFF2-40B4-BE49-F238E27FC236}">
                <a16:creationId xmlns:a16="http://schemas.microsoft.com/office/drawing/2014/main" id="{AB4D4DE8-6CE5-7146-97D4-07B9C9043977}"/>
              </a:ext>
            </a:extLst>
          </p:cNvPr>
          <p:cNvSpPr>
            <a:spLocks noGrp="1"/>
          </p:cNvSpPr>
          <p:nvPr>
            <p:ph type="ftr" sz="quarter" idx="11"/>
          </p:nvPr>
        </p:nvSpPr>
        <p:spPr>
          <a:xfrm>
            <a:off x="833377" y="6084487"/>
            <a:ext cx="6585500" cy="365125"/>
          </a:xfrm>
        </p:spPr>
        <p:txBody>
          <a:bodyPr/>
          <a:lstStyle/>
          <a:p>
            <a:endParaRPr kumimoji="1" lang="zh-CN" altLang="en-US" dirty="0"/>
          </a:p>
        </p:txBody>
      </p:sp>
      <p:sp>
        <p:nvSpPr>
          <p:cNvPr id="11" name="灯片编号占位符 10">
            <a:extLst>
              <a:ext uri="{FF2B5EF4-FFF2-40B4-BE49-F238E27FC236}">
                <a16:creationId xmlns:a16="http://schemas.microsoft.com/office/drawing/2014/main" id="{EB1C0495-D0F2-7747-B5EB-46C127796E69}"/>
              </a:ext>
            </a:extLst>
          </p:cNvPr>
          <p:cNvSpPr>
            <a:spLocks noGrp="1"/>
          </p:cNvSpPr>
          <p:nvPr>
            <p:ph type="sldNum" sz="quarter" idx="12"/>
          </p:nvPr>
        </p:nvSpPr>
        <p:spPr>
          <a:xfrm>
            <a:off x="10151493" y="6088813"/>
            <a:ext cx="1203271" cy="365125"/>
          </a:xfrm>
        </p:spPr>
        <p:txBody>
          <a:body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70207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p:spPr>
        <p:txBody>
          <a:bodyPr>
            <a:normAutofit/>
          </a:bodyPr>
          <a:lstStyle>
            <a:lvl1pPr marL="0" indent="0">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2979797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FD92ADC6-CE60-BE46-B46D-E72C08A66F9E}"/>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422769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竖排标题与文本">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5BC0A53C-150C-A541-93A8-A5B4C7EFDD96}"/>
              </a:ext>
            </a:extLst>
          </p:cNvPr>
          <p:cNvSpPr>
            <a:spLocks noChangeAspect="1"/>
          </p:cNvSpPr>
          <p:nvPr userDrawn="1"/>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a:extLst>
              <a:ext uri="{FF2B5EF4-FFF2-40B4-BE49-F238E27FC236}">
                <a16:creationId xmlns:a16="http://schemas.microsoft.com/office/drawing/2014/main" id="{9D3F700B-2D07-A448-9622-360F28D96C56}"/>
              </a:ext>
            </a:extLst>
          </p:cNvPr>
          <p:cNvSpPr>
            <a:spLocks noGrp="1"/>
          </p:cNvSpPr>
          <p:nvPr>
            <p:ph type="title" orient="vert"/>
          </p:nvPr>
        </p:nvSpPr>
        <p:spPr>
          <a:xfrm>
            <a:off x="9169649" y="675726"/>
            <a:ext cx="1899496" cy="5183073"/>
          </a:xfrm>
          <a:prstGeom prst="rect">
            <a:avLst/>
          </a:prstGeom>
        </p:spPr>
        <p:txBody>
          <a:bodyPr vert="eaVert" anchor="b"/>
          <a:lstStyle/>
          <a:p>
            <a:r>
              <a:rPr lang="zh-CN" altLang="en-US" dirty="0"/>
              <a:t>单击此处编辑母版标题样式</a:t>
            </a:r>
            <a:endParaRPr lang="en-US" dirty="0"/>
          </a:p>
        </p:txBody>
      </p:sp>
      <p:sp>
        <p:nvSpPr>
          <p:cNvPr id="12" name="Vertical Text Placeholder 2">
            <a:extLst>
              <a:ext uri="{FF2B5EF4-FFF2-40B4-BE49-F238E27FC236}">
                <a16:creationId xmlns:a16="http://schemas.microsoft.com/office/drawing/2014/main" id="{5F0B6C42-B8E7-1C45-A053-18F7FE5B2B9E}"/>
              </a:ext>
            </a:extLst>
          </p:cNvPr>
          <p:cNvSpPr>
            <a:spLocks noGrp="1"/>
          </p:cNvSpPr>
          <p:nvPr>
            <p:ph type="body" orient="vert" idx="1"/>
          </p:nvPr>
        </p:nvSpPr>
        <p:spPr>
          <a:xfrm>
            <a:off x="774923" y="675726"/>
            <a:ext cx="7791611"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 name="日期占位符 1">
            <a:extLst>
              <a:ext uri="{FF2B5EF4-FFF2-40B4-BE49-F238E27FC236}">
                <a16:creationId xmlns:a16="http://schemas.microsoft.com/office/drawing/2014/main" id="{1EC89D33-28DC-B746-AE7D-E6085CC305CC}"/>
              </a:ext>
            </a:extLst>
          </p:cNvPr>
          <p:cNvSpPr>
            <a:spLocks noGrp="1"/>
          </p:cNvSpPr>
          <p:nvPr>
            <p:ph type="dt" sz="half" idx="10"/>
          </p:nvPr>
        </p:nvSpPr>
        <p:spPr/>
        <p:txBody>
          <a:bodyPr/>
          <a:lstStyle/>
          <a:p>
            <a:fld id="{E4551058-E5DB-324A-A8E9-6D3BEF243C3B}" type="datetimeFigureOut">
              <a:rPr kumimoji="1" lang="zh-CN" altLang="en-US" smtClean="0"/>
              <a:t>2023/3/16</a:t>
            </a:fld>
            <a:endParaRPr kumimoji="1" lang="zh-CN" altLang="en-US"/>
          </a:p>
        </p:txBody>
      </p:sp>
      <p:sp>
        <p:nvSpPr>
          <p:cNvPr id="3" name="页脚占位符 2">
            <a:extLst>
              <a:ext uri="{FF2B5EF4-FFF2-40B4-BE49-F238E27FC236}">
                <a16:creationId xmlns:a16="http://schemas.microsoft.com/office/drawing/2014/main" id="{3EE1EF53-0E9B-E243-B4F1-B1C7F0BD2A8C}"/>
              </a:ext>
            </a:extLst>
          </p:cNvPr>
          <p:cNvSpPr>
            <a:spLocks noGrp="1"/>
          </p:cNvSpPr>
          <p:nvPr>
            <p:ph type="ftr" sz="quarter" idx="1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03DA247-823F-034B-AEC0-494674B6040C}"/>
              </a:ext>
            </a:extLst>
          </p:cNvPr>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279494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A3BF425-86B0-F846-8CE5-D4D4E55EFE0D}"/>
              </a:ext>
            </a:extLst>
          </p:cNvPr>
          <p:cNvSpPr/>
          <p:nvPr userDrawn="1"/>
        </p:nvSpPr>
        <p:spPr>
          <a:xfrm>
            <a:off x="586670" y="654624"/>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标题占位符 6">
            <a:extLst>
              <a:ext uri="{FF2B5EF4-FFF2-40B4-BE49-F238E27FC236}">
                <a16:creationId xmlns:a16="http://schemas.microsoft.com/office/drawing/2014/main" id="{386CB2C2-B0CA-6B4C-9D67-BC3A516A2E6A}"/>
              </a:ext>
            </a:extLst>
          </p:cNvPr>
          <p:cNvSpPr>
            <a:spLocks noGrp="1"/>
          </p:cNvSpPr>
          <p:nvPr>
            <p:ph type="title"/>
          </p:nvPr>
        </p:nvSpPr>
        <p:spPr>
          <a:xfrm>
            <a:off x="835306" y="593424"/>
            <a:ext cx="10521388" cy="10152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Text Placeholder 2"/>
          <p:cNvSpPr>
            <a:spLocks noGrp="1"/>
          </p:cNvSpPr>
          <p:nvPr>
            <p:ph type="body" idx="1"/>
          </p:nvPr>
        </p:nvSpPr>
        <p:spPr>
          <a:xfrm>
            <a:off x="833376" y="2336003"/>
            <a:ext cx="10521388" cy="31548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2023/3/16</a:t>
            </a:fld>
            <a:endParaRPr kumimoji="1" lang="zh-CN" altLang="en-US"/>
          </a:p>
        </p:txBody>
      </p:sp>
      <p:sp>
        <p:nvSpPr>
          <p:cNvPr id="5" name="Footer Placeholder 4"/>
          <p:cNvSpPr>
            <a:spLocks noGrp="1"/>
          </p:cNvSpPr>
          <p:nvPr>
            <p:ph type="ftr" sz="quarter" idx="3"/>
          </p:nvPr>
        </p:nvSpPr>
        <p:spPr>
          <a:xfrm>
            <a:off x="833377" y="5592997"/>
            <a:ext cx="6585500"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dirty="0"/>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144104772"/>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4" r:id="rId3"/>
    <p:sldLayoutId id="2147483865" r:id="rId4"/>
    <p:sldLayoutId id="2147483866" r:id="rId5"/>
    <p:sldLayoutId id="2147483868" r:id="rId6"/>
    <p:sldLayoutId id="2147483870" r:id="rId7"/>
    <p:sldLayoutId id="2147483871" r:id="rId8"/>
    <p:sldLayoutId id="2147483872" r:id="rId9"/>
    <p:sldLayoutId id="2147483873" r:id="rId10"/>
    <p:sldLayoutId id="2147483874" r:id="rId11"/>
    <p:sldLayoutId id="2147483875" r:id="rId12"/>
  </p:sldLayoutIdLst>
  <p:txStyles>
    <p:titleStyle>
      <a:lvl1pPr algn="l" defTabSz="457189" rtl="0" eaLnBrk="1" latinLnBrk="0" hangingPunct="1">
        <a:spcBef>
          <a:spcPct val="0"/>
        </a:spcBef>
        <a:buNone/>
        <a:defRPr sz="2800" b="0" kern="1200" cap="none" baseline="0">
          <a:solidFill>
            <a:srgbClr val="660874"/>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456EDC8-6865-C043-9F52-A5101097FB22}"/>
              </a:ext>
            </a:extLst>
          </p:cNvPr>
          <p:cNvSpPr>
            <a:spLocks noGrp="1"/>
          </p:cNvSpPr>
          <p:nvPr>
            <p:ph type="subTitle" idx="1"/>
          </p:nvPr>
        </p:nvSpPr>
        <p:spPr>
          <a:xfrm>
            <a:off x="1221831" y="3819054"/>
            <a:ext cx="9748337" cy="1340999"/>
          </a:xfrm>
        </p:spPr>
        <p:txBody>
          <a:bodyPr>
            <a:normAutofit/>
          </a:bodyPr>
          <a:lstStyle/>
          <a:p>
            <a:r>
              <a:rPr lang="en-US" altLang="zh-CN" b="1" dirty="0"/>
              <a:t>Shi</a:t>
            </a:r>
            <a:r>
              <a:rPr lang="zh-CN" altLang="en-US" b="1" dirty="0"/>
              <a:t> </a:t>
            </a:r>
            <a:r>
              <a:rPr lang="en-US" altLang="zh-CN" b="1" dirty="0"/>
              <a:t>Feng</a:t>
            </a:r>
            <a:endParaRPr lang="en-US" altLang="zh-CN" dirty="0"/>
          </a:p>
          <a:p>
            <a:r>
              <a:rPr lang="en-US" altLang="zh-CN" i="1" dirty="0"/>
              <a:t>shifeng@fas.harvard.edu</a:t>
            </a:r>
          </a:p>
          <a:p>
            <a:r>
              <a:rPr lang="en-US" altLang="zh-CN" dirty="0"/>
              <a:t>MSRA Theory Seminar, March 17</a:t>
            </a:r>
            <a:r>
              <a:rPr lang="en-US" altLang="zh-CN" baseline="30000" dirty="0"/>
              <a:t>th</a:t>
            </a:r>
            <a:r>
              <a:rPr lang="en-US" altLang="zh-CN" dirty="0"/>
              <a:t>, 2023</a:t>
            </a:r>
            <a:endParaRPr lang="zh-CN" altLang="en-US" dirty="0"/>
          </a:p>
        </p:txBody>
      </p:sp>
      <p:sp>
        <p:nvSpPr>
          <p:cNvPr id="2" name="标题 1">
            <a:extLst>
              <a:ext uri="{FF2B5EF4-FFF2-40B4-BE49-F238E27FC236}">
                <a16:creationId xmlns:a16="http://schemas.microsoft.com/office/drawing/2014/main" id="{19F005E0-9377-9044-8967-57A41606517F}"/>
              </a:ext>
            </a:extLst>
          </p:cNvPr>
          <p:cNvSpPr>
            <a:spLocks noGrp="1"/>
          </p:cNvSpPr>
          <p:nvPr>
            <p:ph type="title"/>
          </p:nvPr>
        </p:nvSpPr>
        <p:spPr>
          <a:xfrm>
            <a:off x="1221831" y="2028083"/>
            <a:ext cx="9748800" cy="1317600"/>
          </a:xfrm>
        </p:spPr>
        <p:txBody>
          <a:bodyPr/>
          <a:lstStyle/>
          <a:p>
            <a:r>
              <a:rPr lang="en-US" altLang="zh-CN" dirty="0"/>
              <a:t>Large Language Models: Current Theoretical Analysis and Future Directions</a:t>
            </a:r>
            <a:endParaRPr lang="zh-CN" altLang="en-US" dirty="0"/>
          </a:p>
        </p:txBody>
      </p:sp>
    </p:spTree>
    <p:extLst>
      <p:ext uri="{BB962C8B-B14F-4D97-AF65-F5344CB8AC3E}">
        <p14:creationId xmlns:p14="http://schemas.microsoft.com/office/powerpoint/2010/main" val="987923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4B3B5DF-DAF7-B946-AB06-11AE7FF1176B}"/>
              </a:ext>
            </a:extLst>
          </p:cNvPr>
          <p:cNvSpPr>
            <a:spLocks noGrp="1"/>
          </p:cNvSpPr>
          <p:nvPr>
            <p:ph idx="1"/>
          </p:nvPr>
        </p:nvSpPr>
        <p:spPr>
          <a:xfrm>
            <a:off x="1687285" y="2329543"/>
            <a:ext cx="9923523" cy="3391101"/>
          </a:xfrm>
        </p:spPr>
        <p:txBody>
          <a:bodyPr anchor="t"/>
          <a:lstStyle/>
          <a:p>
            <a:r>
              <a:rPr lang="en-US" altLang="zh-CN" dirty="0">
                <a:solidFill>
                  <a:schemeClr val="accent1"/>
                </a:solidFill>
              </a:rPr>
              <a:t>Two Levels of Theory on LLMs </a:t>
            </a:r>
          </a:p>
          <a:p>
            <a:r>
              <a:rPr lang="en-US" altLang="zh-CN" dirty="0"/>
              <a:t>Theoretical</a:t>
            </a:r>
            <a:r>
              <a:rPr lang="zh-CN" altLang="en-US" dirty="0"/>
              <a:t> </a:t>
            </a:r>
            <a:r>
              <a:rPr lang="en-US" altLang="zh-CN" dirty="0"/>
              <a:t>Limitations of LLMs (data-free)</a:t>
            </a:r>
          </a:p>
          <a:p>
            <a:r>
              <a:rPr lang="en-US" altLang="zh-CN" dirty="0"/>
              <a:t>Emergent</a:t>
            </a:r>
            <a:r>
              <a:rPr lang="zh-CN" altLang="en-US" dirty="0"/>
              <a:t> </a:t>
            </a:r>
            <a:r>
              <a:rPr lang="en-US" altLang="zh-CN" dirty="0"/>
              <a:t>Ability</a:t>
            </a:r>
            <a:r>
              <a:rPr lang="zh-CN" altLang="en-US" dirty="0"/>
              <a:t> </a:t>
            </a:r>
            <a:r>
              <a:rPr lang="en-US" altLang="zh-CN" dirty="0"/>
              <a:t>of</a:t>
            </a:r>
            <a:r>
              <a:rPr lang="zh-CN" altLang="en-US" dirty="0"/>
              <a:t> </a:t>
            </a:r>
            <a:r>
              <a:rPr lang="en-US" altLang="zh-CN" dirty="0"/>
              <a:t>LLMs (data-based)</a:t>
            </a:r>
          </a:p>
          <a:p>
            <a:r>
              <a:rPr lang="en-US" altLang="zh-CN" dirty="0"/>
              <a:t>My Thoughts on Emergent Reasoning Ability</a:t>
            </a:r>
          </a:p>
        </p:txBody>
      </p:sp>
      <p:sp>
        <p:nvSpPr>
          <p:cNvPr id="2" name="标题 1">
            <a:extLst>
              <a:ext uri="{FF2B5EF4-FFF2-40B4-BE49-F238E27FC236}">
                <a16:creationId xmlns:a16="http://schemas.microsoft.com/office/drawing/2014/main" id="{ABB6AA08-C32B-6F4E-8AB3-67AE085DA5BA}"/>
              </a:ext>
            </a:extLst>
          </p:cNvPr>
          <p:cNvSpPr>
            <a:spLocks noGrp="1"/>
          </p:cNvSpPr>
          <p:nvPr>
            <p:ph type="title"/>
          </p:nvPr>
        </p:nvSpPr>
        <p:spPr>
          <a:xfrm>
            <a:off x="1687285" y="865998"/>
            <a:ext cx="9923522" cy="1351451"/>
          </a:xfrm>
        </p:spPr>
        <p:txBody>
          <a:bodyPr/>
          <a:lstStyle/>
          <a:p>
            <a:r>
              <a:rPr lang="en-US" altLang="zh-CN" dirty="0"/>
              <a:t>Contents</a:t>
            </a:r>
            <a:endParaRPr lang="zh-CN" altLang="en-US" dirty="0"/>
          </a:p>
        </p:txBody>
      </p:sp>
    </p:spTree>
    <p:extLst>
      <p:ext uri="{BB962C8B-B14F-4D97-AF65-F5344CB8AC3E}">
        <p14:creationId xmlns:p14="http://schemas.microsoft.com/office/powerpoint/2010/main" val="749231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7" y="2180498"/>
            <a:ext cx="10521387" cy="3678303"/>
          </a:xfrm>
        </p:spPr>
        <p:txBody>
          <a:bodyPr/>
          <a:lstStyle/>
          <a:p>
            <a:r>
              <a:rPr lang="en-US" altLang="zh-CN" dirty="0"/>
              <a:t>There are </a:t>
            </a:r>
            <a:r>
              <a:rPr lang="en-US" altLang="zh-CN" b="1" dirty="0"/>
              <a:t>two</a:t>
            </a:r>
            <a:r>
              <a:rPr lang="en-US" altLang="zh-CN" dirty="0"/>
              <a:t> emergent lines of research on the theory aspects of large language models (LLMs).</a:t>
            </a:r>
          </a:p>
          <a:p>
            <a:r>
              <a:rPr lang="en-US" altLang="zh-CN" b="1" dirty="0"/>
              <a:t>Data-Free</a:t>
            </a:r>
            <a:r>
              <a:rPr lang="en-US" altLang="zh-CN" dirty="0"/>
              <a:t> Theoretical Analysis:</a:t>
            </a:r>
          </a:p>
          <a:p>
            <a:pPr lvl="1"/>
            <a:r>
              <a:rPr lang="en-US" altLang="zh-CN" dirty="0"/>
              <a:t>A typical question: regardless of the training data and training process, what is the limitation of underlying models (i.e., transformer) of LLMs?</a:t>
            </a:r>
          </a:p>
          <a:p>
            <a:pPr lvl="1"/>
            <a:r>
              <a:rPr lang="en-US" altLang="zh-CN" dirty="0"/>
              <a:t>A representative work: Hahn M. Theoretical limitations of self-attention in neural sequence models. ACL 2020. </a:t>
            </a:r>
          </a:p>
          <a:p>
            <a:r>
              <a:rPr lang="en-US" altLang="zh-CN" b="1" dirty="0"/>
              <a:t>Data-Based</a:t>
            </a:r>
            <a:r>
              <a:rPr lang="en-US" altLang="zh-CN" dirty="0"/>
              <a:t> Theoretical Analysis:</a:t>
            </a:r>
          </a:p>
          <a:p>
            <a:pPr lvl="1"/>
            <a:r>
              <a:rPr lang="en-US" altLang="zh-CN" dirty="0"/>
              <a:t>A typical question: why/how pretrained LLMs could do these amazing things?</a:t>
            </a:r>
          </a:p>
          <a:p>
            <a:pPr lvl="1"/>
            <a:r>
              <a:rPr lang="en-US" altLang="zh-CN" dirty="0"/>
              <a:t>A representative work: Nanda N, Chan L, Liberum T, et al. Progress measures for grokking via mechanistic interpretability. ICLR 2023.</a:t>
            </a:r>
          </a:p>
          <a:p>
            <a:pPr lvl="1"/>
            <a:endParaRPr lang="en-US" altLang="zh-CN" dirty="0"/>
          </a:p>
          <a:p>
            <a:endParaRPr lang="zh-CN" altLang="en-US" dirty="0"/>
          </a:p>
        </p:txBody>
      </p:sp>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Two Levels of Theory on LLMs </a:t>
            </a:r>
            <a:endParaRPr lang="zh-CN" altLang="en-US" dirty="0"/>
          </a:p>
        </p:txBody>
      </p:sp>
    </p:spTree>
    <p:extLst>
      <p:ext uri="{BB962C8B-B14F-4D97-AF65-F5344CB8AC3E}">
        <p14:creationId xmlns:p14="http://schemas.microsoft.com/office/powerpoint/2010/main" val="296989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898964"/>
            <a:ext cx="10521387" cy="1433477"/>
          </a:xfrm>
        </p:spPr>
        <p:txBody>
          <a:bodyPr>
            <a:normAutofit/>
          </a:bodyPr>
          <a:lstStyle/>
          <a:p>
            <a:pPr lvl="1"/>
            <a:r>
              <a:rPr lang="en-US" altLang="zh-CN" dirty="0"/>
              <a:t>One could use looped transformer to construct a Turing machine (</a:t>
            </a:r>
            <a:r>
              <a:rPr lang="en-US" altLang="zh-CN" dirty="0" err="1"/>
              <a:t>Giannou</a:t>
            </a:r>
            <a:r>
              <a:rPr lang="en-US" altLang="zh-CN" dirty="0"/>
              <a:t> A, et al. Looped Transformers as Programmable Computers. arXiv:2301.13196.).</a:t>
            </a:r>
          </a:p>
          <a:p>
            <a:pPr lvl="1"/>
            <a:r>
              <a:rPr lang="en-US" altLang="zh-CN" dirty="0"/>
              <a:t>However, practical pretrained LLMs make mistakes even on some simple arithmetic tasks.</a:t>
            </a:r>
          </a:p>
          <a:p>
            <a:pPr lvl="1"/>
            <a:r>
              <a:rPr lang="en-US" altLang="zh-CN" dirty="0"/>
              <a:t>That is to say, limitations of training data and method may constrain the power of LLMs. </a:t>
            </a:r>
          </a:p>
        </p:txBody>
      </p:sp>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a:t>There is a huge gap between these two levels!</a:t>
            </a:r>
            <a:endParaRPr lang="zh-CN" altLang="en-US" dirty="0"/>
          </a:p>
        </p:txBody>
      </p:sp>
      <p:pic>
        <p:nvPicPr>
          <p:cNvPr id="5" name="Picture 4">
            <a:extLst>
              <a:ext uri="{FF2B5EF4-FFF2-40B4-BE49-F238E27FC236}">
                <a16:creationId xmlns:a16="http://schemas.microsoft.com/office/drawing/2014/main" id="{3144874E-68E1-EAFB-3348-BB0B45C0C2D3}"/>
              </a:ext>
            </a:extLst>
          </p:cNvPr>
          <p:cNvPicPr>
            <a:picLocks noChangeAspect="1"/>
          </p:cNvPicPr>
          <p:nvPr/>
        </p:nvPicPr>
        <p:blipFill>
          <a:blip r:embed="rId2"/>
          <a:stretch>
            <a:fillRect/>
          </a:stretch>
        </p:blipFill>
        <p:spPr>
          <a:xfrm>
            <a:off x="2720730" y="3332442"/>
            <a:ext cx="6746678" cy="2932134"/>
          </a:xfrm>
          <a:prstGeom prst="rect">
            <a:avLst/>
          </a:prstGeom>
        </p:spPr>
      </p:pic>
    </p:spTree>
    <p:extLst>
      <p:ext uri="{BB962C8B-B14F-4D97-AF65-F5344CB8AC3E}">
        <p14:creationId xmlns:p14="http://schemas.microsoft.com/office/powerpoint/2010/main" val="1078149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4B3B5DF-DAF7-B946-AB06-11AE7FF1176B}"/>
              </a:ext>
            </a:extLst>
          </p:cNvPr>
          <p:cNvSpPr>
            <a:spLocks noGrp="1"/>
          </p:cNvSpPr>
          <p:nvPr>
            <p:ph idx="1"/>
          </p:nvPr>
        </p:nvSpPr>
        <p:spPr>
          <a:xfrm>
            <a:off x="1687285" y="2329543"/>
            <a:ext cx="9923523" cy="3391101"/>
          </a:xfrm>
        </p:spPr>
        <p:txBody>
          <a:bodyPr anchor="t"/>
          <a:lstStyle/>
          <a:p>
            <a:r>
              <a:rPr lang="en-US" altLang="zh-CN" dirty="0">
                <a:solidFill>
                  <a:schemeClr val="tx1">
                    <a:lumMod val="75000"/>
                    <a:lumOff val="25000"/>
                  </a:schemeClr>
                </a:solidFill>
              </a:rPr>
              <a:t>Two Levels of Theory on LLMs </a:t>
            </a:r>
          </a:p>
          <a:p>
            <a:r>
              <a:rPr lang="en-US" altLang="zh-CN" dirty="0">
                <a:solidFill>
                  <a:schemeClr val="accent1"/>
                </a:solidFill>
              </a:rPr>
              <a:t>Theoretical</a:t>
            </a:r>
            <a:r>
              <a:rPr lang="zh-CN" altLang="en-US" dirty="0">
                <a:solidFill>
                  <a:schemeClr val="accent1"/>
                </a:solidFill>
              </a:rPr>
              <a:t> </a:t>
            </a:r>
            <a:r>
              <a:rPr lang="en-US" altLang="zh-CN" dirty="0">
                <a:solidFill>
                  <a:schemeClr val="accent1"/>
                </a:solidFill>
              </a:rPr>
              <a:t>Limitations of LLMs (data-free)</a:t>
            </a:r>
          </a:p>
          <a:p>
            <a:r>
              <a:rPr lang="en-US" altLang="zh-CN" dirty="0"/>
              <a:t>Emergent</a:t>
            </a:r>
            <a:r>
              <a:rPr lang="zh-CN" altLang="en-US" dirty="0"/>
              <a:t> </a:t>
            </a:r>
            <a:r>
              <a:rPr lang="en-US" altLang="zh-CN" dirty="0"/>
              <a:t>Ability</a:t>
            </a:r>
            <a:r>
              <a:rPr lang="zh-CN" altLang="en-US" dirty="0"/>
              <a:t> </a:t>
            </a:r>
            <a:r>
              <a:rPr lang="en-US" altLang="zh-CN" dirty="0"/>
              <a:t>of</a:t>
            </a:r>
            <a:r>
              <a:rPr lang="zh-CN" altLang="en-US" dirty="0"/>
              <a:t> </a:t>
            </a:r>
            <a:r>
              <a:rPr lang="en-US" altLang="zh-CN" dirty="0"/>
              <a:t>LLMs (data-based)</a:t>
            </a:r>
          </a:p>
          <a:p>
            <a:r>
              <a:rPr lang="en-US" altLang="zh-CN" dirty="0"/>
              <a:t>My Thoughts on Emergent Reasoning Ability</a:t>
            </a:r>
          </a:p>
        </p:txBody>
      </p:sp>
      <p:sp>
        <p:nvSpPr>
          <p:cNvPr id="2" name="标题 1">
            <a:extLst>
              <a:ext uri="{FF2B5EF4-FFF2-40B4-BE49-F238E27FC236}">
                <a16:creationId xmlns:a16="http://schemas.microsoft.com/office/drawing/2014/main" id="{ABB6AA08-C32B-6F4E-8AB3-67AE085DA5BA}"/>
              </a:ext>
            </a:extLst>
          </p:cNvPr>
          <p:cNvSpPr>
            <a:spLocks noGrp="1"/>
          </p:cNvSpPr>
          <p:nvPr>
            <p:ph type="title"/>
          </p:nvPr>
        </p:nvSpPr>
        <p:spPr>
          <a:xfrm>
            <a:off x="1687285" y="865998"/>
            <a:ext cx="9923522" cy="1351451"/>
          </a:xfrm>
        </p:spPr>
        <p:txBody>
          <a:bodyPr/>
          <a:lstStyle/>
          <a:p>
            <a:r>
              <a:rPr lang="en-US" altLang="zh-CN" dirty="0"/>
              <a:t>Contents</a:t>
            </a:r>
            <a:endParaRPr lang="zh-CN" altLang="en-US" dirty="0"/>
          </a:p>
        </p:txBody>
      </p:sp>
    </p:spTree>
    <p:extLst>
      <p:ext uri="{BB962C8B-B14F-4D97-AF65-F5344CB8AC3E}">
        <p14:creationId xmlns:p14="http://schemas.microsoft.com/office/powerpoint/2010/main" val="3351720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4EBCB47-E079-8145-ACD0-A7E22DA14EF1}"/>
              </a:ext>
            </a:extLst>
          </p:cNvPr>
          <p:cNvSpPr>
            <a:spLocks noGrp="1"/>
          </p:cNvSpPr>
          <p:nvPr>
            <p:ph type="body" idx="1"/>
          </p:nvPr>
        </p:nvSpPr>
        <p:spPr>
          <a:xfrm>
            <a:off x="948692" y="1874376"/>
            <a:ext cx="5087075" cy="536005"/>
          </a:xfrm>
        </p:spPr>
        <p:txBody>
          <a:bodyPr/>
          <a:lstStyle/>
          <a:p>
            <a:r>
              <a:rPr lang="en-US" altLang="zh-CN" dirty="0"/>
              <a:t>Can’t</a:t>
            </a:r>
            <a:endParaRPr lang="zh-CN" altLang="en-US" dirty="0"/>
          </a:p>
        </p:txBody>
      </p:sp>
      <p:sp>
        <p:nvSpPr>
          <p:cNvPr id="3" name="内容占位符 2">
            <a:extLst>
              <a:ext uri="{FF2B5EF4-FFF2-40B4-BE49-F238E27FC236}">
                <a16:creationId xmlns:a16="http://schemas.microsoft.com/office/drawing/2014/main" id="{5AA4184C-CC2D-694B-9F25-182F7D3C3CBE}"/>
              </a:ext>
            </a:extLst>
          </p:cNvPr>
          <p:cNvSpPr>
            <a:spLocks noGrp="1"/>
          </p:cNvSpPr>
          <p:nvPr>
            <p:ph sz="half" idx="2"/>
          </p:nvPr>
        </p:nvSpPr>
        <p:spPr>
          <a:xfrm>
            <a:off x="642667" y="2549536"/>
            <a:ext cx="5393100" cy="2934999"/>
          </a:xfrm>
        </p:spPr>
        <p:txBody>
          <a:bodyPr/>
          <a:lstStyle/>
          <a:p>
            <a:r>
              <a:rPr lang="en-US" altLang="zh-CN" dirty="0"/>
              <a:t>Empirically (</a:t>
            </a:r>
            <a:r>
              <a:rPr lang="en-US" altLang="zh-CN" b="1" dirty="0"/>
              <a:t>data-based</a:t>
            </a:r>
            <a:r>
              <a:rPr lang="en-US" altLang="zh-CN" dirty="0"/>
              <a:t>), transformers cannot be trained to solve PARITY [</a:t>
            </a:r>
            <a:r>
              <a:rPr lang="en-US" altLang="zh-CN" dirty="0" err="1"/>
              <a:t>Bhattamishra</a:t>
            </a:r>
            <a:r>
              <a:rPr lang="en-US" altLang="zh-CN" dirty="0"/>
              <a:t>, 2020]</a:t>
            </a:r>
          </a:p>
          <a:p>
            <a:r>
              <a:rPr lang="en-US" altLang="zh-CN" dirty="0"/>
              <a:t>In the </a:t>
            </a:r>
            <a:r>
              <a:rPr lang="en-US" altLang="zh-CN" b="1" dirty="0"/>
              <a:t>data-free</a:t>
            </a:r>
            <a:r>
              <a:rPr lang="en-US" altLang="zh-CN" dirty="0"/>
              <a:t> setting, transformers using </a:t>
            </a:r>
            <a:r>
              <a:rPr lang="en-US" altLang="zh-CN" b="1" dirty="0"/>
              <a:t>argmax(hard)-attention </a:t>
            </a:r>
            <a:r>
              <a:rPr lang="en-US" altLang="zh-CN" dirty="0"/>
              <a:t>cannot recognize PARITY [Hahn, 2020]</a:t>
            </a:r>
          </a:p>
          <a:p>
            <a:r>
              <a:rPr lang="en-US" altLang="zh-CN" dirty="0"/>
              <a:t>In the </a:t>
            </a:r>
            <a:r>
              <a:rPr lang="en-US" altLang="zh-CN" b="1" dirty="0"/>
              <a:t>data-free</a:t>
            </a:r>
            <a:r>
              <a:rPr lang="en-US" altLang="zh-CN" dirty="0"/>
              <a:t> setting, transformers using </a:t>
            </a:r>
            <a:r>
              <a:rPr lang="en-US" altLang="zh-CN" b="1" dirty="0" err="1"/>
              <a:t>softmax</a:t>
            </a:r>
            <a:r>
              <a:rPr lang="en-US" altLang="zh-CN" b="1" dirty="0"/>
              <a:t>(soft)-attention </a:t>
            </a:r>
            <a:r>
              <a:rPr lang="en-US" altLang="zh-CN" dirty="0"/>
              <a:t>cannot recognize PARITY </a:t>
            </a:r>
            <a:r>
              <a:rPr lang="en-US" altLang="zh-CN" b="1" dirty="0"/>
              <a:t>with low cross-entropy</a:t>
            </a:r>
            <a:r>
              <a:rPr lang="en-US" altLang="zh-CN" dirty="0"/>
              <a:t> [Hahn, 2020]</a:t>
            </a:r>
            <a:endParaRPr lang="zh-CN" altLang="en-US" dirty="0"/>
          </a:p>
          <a:p>
            <a:endParaRPr lang="zh-CN" altLang="en-US" dirty="0"/>
          </a:p>
        </p:txBody>
      </p:sp>
      <p:sp>
        <p:nvSpPr>
          <p:cNvPr id="4" name="文本占位符 3">
            <a:extLst>
              <a:ext uri="{FF2B5EF4-FFF2-40B4-BE49-F238E27FC236}">
                <a16:creationId xmlns:a16="http://schemas.microsoft.com/office/drawing/2014/main" id="{E1F4BA5D-7260-7C42-9521-BC1650AE8C71}"/>
              </a:ext>
            </a:extLst>
          </p:cNvPr>
          <p:cNvSpPr>
            <a:spLocks noGrp="1"/>
          </p:cNvSpPr>
          <p:nvPr>
            <p:ph type="body" sz="quarter" idx="3"/>
          </p:nvPr>
        </p:nvSpPr>
        <p:spPr>
          <a:xfrm>
            <a:off x="6585209" y="1874376"/>
            <a:ext cx="5087073" cy="553373"/>
          </a:xfrm>
        </p:spPr>
        <p:txBody>
          <a:bodyPr/>
          <a:lstStyle/>
          <a:p>
            <a:r>
              <a:rPr lang="en-US" altLang="zh-CN" dirty="0"/>
              <a:t>Can</a:t>
            </a:r>
            <a:endParaRPr lang="zh-CN" altLang="en-US" dirty="0"/>
          </a:p>
        </p:txBody>
      </p:sp>
      <p:sp>
        <p:nvSpPr>
          <p:cNvPr id="5" name="内容占位符 4">
            <a:extLst>
              <a:ext uri="{FF2B5EF4-FFF2-40B4-BE49-F238E27FC236}">
                <a16:creationId xmlns:a16="http://schemas.microsoft.com/office/drawing/2014/main" id="{BC24247E-BDFE-4545-BC58-B2351CD1E6E3}"/>
              </a:ext>
            </a:extLst>
          </p:cNvPr>
          <p:cNvSpPr>
            <a:spLocks noGrp="1"/>
          </p:cNvSpPr>
          <p:nvPr>
            <p:ph sz="quarter" idx="4"/>
          </p:nvPr>
        </p:nvSpPr>
        <p:spPr>
          <a:xfrm>
            <a:off x="6279182" y="2549536"/>
            <a:ext cx="5393100" cy="2934999"/>
          </a:xfrm>
        </p:spPr>
        <p:txBody>
          <a:bodyPr/>
          <a:lstStyle/>
          <a:p>
            <a:r>
              <a:rPr lang="en-US" altLang="zh-CN" dirty="0"/>
              <a:t>In the </a:t>
            </a:r>
            <a:r>
              <a:rPr lang="en-US" altLang="zh-CN" b="1" dirty="0"/>
              <a:t>data-free</a:t>
            </a:r>
            <a:r>
              <a:rPr lang="en-US" altLang="zh-CN" dirty="0"/>
              <a:t> setting, transformers using </a:t>
            </a:r>
            <a:r>
              <a:rPr lang="en-US" altLang="zh-CN" b="1" dirty="0" err="1"/>
              <a:t>softmax</a:t>
            </a:r>
            <a:r>
              <a:rPr lang="en-US" altLang="zh-CN" b="1" dirty="0"/>
              <a:t>(soft)-attention </a:t>
            </a:r>
            <a:r>
              <a:rPr lang="en-US" altLang="zh-CN" dirty="0"/>
              <a:t>can recognize PARITY [Chiang et al., 2022]</a:t>
            </a:r>
          </a:p>
          <a:p>
            <a:r>
              <a:rPr lang="en-US" altLang="zh-CN" dirty="0"/>
              <a:t>By adding layer normalization, transformers using </a:t>
            </a:r>
            <a:r>
              <a:rPr lang="en-US" altLang="zh-CN" b="1" dirty="0" err="1"/>
              <a:t>softmax</a:t>
            </a:r>
            <a:r>
              <a:rPr lang="en-US" altLang="zh-CN" b="1" dirty="0"/>
              <a:t>(soft)-attention </a:t>
            </a:r>
            <a:r>
              <a:rPr lang="en-US" altLang="zh-CN" dirty="0"/>
              <a:t>can recognize PARITY </a:t>
            </a:r>
            <a:r>
              <a:rPr lang="en-US" altLang="zh-CN" b="1" dirty="0"/>
              <a:t>with low cross-entropy </a:t>
            </a:r>
            <a:r>
              <a:rPr lang="en-US" altLang="zh-CN" dirty="0"/>
              <a:t>[Chiang et al., 2022]</a:t>
            </a:r>
          </a:p>
        </p:txBody>
      </p:sp>
      <p:sp>
        <p:nvSpPr>
          <p:cNvPr id="6" name="标题 5">
            <a:extLst>
              <a:ext uri="{FF2B5EF4-FFF2-40B4-BE49-F238E27FC236}">
                <a16:creationId xmlns:a16="http://schemas.microsoft.com/office/drawing/2014/main" id="{749DA121-AAE1-8447-8DF5-6C89DB3D3284}"/>
              </a:ext>
            </a:extLst>
          </p:cNvPr>
          <p:cNvSpPr>
            <a:spLocks noGrp="1"/>
          </p:cNvSpPr>
          <p:nvPr>
            <p:ph type="title"/>
          </p:nvPr>
        </p:nvSpPr>
        <p:spPr>
          <a:xfrm>
            <a:off x="835306" y="593424"/>
            <a:ext cx="10521388" cy="1015200"/>
          </a:xfrm>
        </p:spPr>
        <p:txBody>
          <a:bodyPr/>
          <a:lstStyle/>
          <a:p>
            <a:r>
              <a:rPr lang="en-US" altLang="zh-CN" dirty="0"/>
              <a:t>Transformers for PARITY</a:t>
            </a:r>
            <a:endParaRPr lang="zh-CN" altLang="en-US" dirty="0"/>
          </a:p>
        </p:txBody>
      </p:sp>
      <p:sp>
        <p:nvSpPr>
          <p:cNvPr id="7" name="TextBox 6">
            <a:extLst>
              <a:ext uri="{FF2B5EF4-FFF2-40B4-BE49-F238E27FC236}">
                <a16:creationId xmlns:a16="http://schemas.microsoft.com/office/drawing/2014/main" id="{5E77F176-5AA7-4EC3-C507-3BE8FCADA7BA}"/>
              </a:ext>
            </a:extLst>
          </p:cNvPr>
          <p:cNvSpPr txBox="1"/>
          <p:nvPr/>
        </p:nvSpPr>
        <p:spPr>
          <a:xfrm>
            <a:off x="1018488" y="5247017"/>
            <a:ext cx="10521388" cy="1292662"/>
          </a:xfrm>
          <a:prstGeom prst="rect">
            <a:avLst/>
          </a:prstGeom>
          <a:noFill/>
        </p:spPr>
        <p:txBody>
          <a:bodyPr wrap="square" rtlCol="0">
            <a:spAutoFit/>
          </a:bodyPr>
          <a:lstStyle/>
          <a:p>
            <a:r>
              <a:rPr lang="en-US" altLang="zh-CN" dirty="0"/>
              <a:t>Related Papers: </a:t>
            </a:r>
          </a:p>
          <a:p>
            <a:r>
              <a:rPr lang="en-US" altLang="zh-CN" sz="1200" dirty="0" err="1"/>
              <a:t>Bhattamishra</a:t>
            </a:r>
            <a:r>
              <a:rPr lang="en-US" altLang="zh-CN" sz="1200" dirty="0"/>
              <a:t>, </a:t>
            </a:r>
            <a:r>
              <a:rPr lang="en-US" altLang="zh-CN" sz="1200" dirty="0" err="1"/>
              <a:t>Satwik</a:t>
            </a:r>
            <a:r>
              <a:rPr lang="en-US" altLang="zh-CN" sz="1200" dirty="0"/>
              <a:t>, Kabir Ahuja, and Navin Goyal. "On the ability and limitations of transformers to recognize formal languages." </a:t>
            </a:r>
            <a:r>
              <a:rPr lang="en-US" altLang="zh-CN" sz="1200" dirty="0" err="1"/>
              <a:t>arXiv</a:t>
            </a:r>
            <a:r>
              <a:rPr lang="en-US" altLang="zh-CN" sz="1200" dirty="0"/>
              <a:t> preprint arXiv:2009.11264 (2020).</a:t>
            </a:r>
          </a:p>
          <a:p>
            <a:r>
              <a:rPr lang="en-US" altLang="zh-CN" sz="1200" dirty="0"/>
              <a:t>Hahn, Michael. "Theoretical limitations of self-attention in neural sequence models." Transactions of the Association for Computational Linguistics 8 (2020): 156-171.</a:t>
            </a:r>
          </a:p>
          <a:p>
            <a:r>
              <a:rPr lang="en-US" altLang="zh-CN" sz="1200" dirty="0"/>
              <a:t>Chiang, David, and Peter </a:t>
            </a:r>
            <a:r>
              <a:rPr lang="en-US" altLang="zh-CN" sz="1200" dirty="0" err="1"/>
              <a:t>Cholak</a:t>
            </a:r>
            <a:r>
              <a:rPr lang="en-US" altLang="zh-CN" sz="1200" dirty="0"/>
              <a:t>. "Overcoming a Theoretical Limitation of Self-Attention." Proceedings of the 60th Annual Meeting of the Association for Computational Linguistics (Volume 1: Long Papers). 2022.</a:t>
            </a:r>
            <a:endParaRPr lang="zh-CN" altLang="en-US" sz="1200" dirty="0"/>
          </a:p>
        </p:txBody>
      </p:sp>
    </p:spTree>
    <p:extLst>
      <p:ext uri="{BB962C8B-B14F-4D97-AF65-F5344CB8AC3E}">
        <p14:creationId xmlns:p14="http://schemas.microsoft.com/office/powerpoint/2010/main" val="3232222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898964"/>
            <a:ext cx="10521387" cy="3987006"/>
          </a:xfrm>
        </p:spPr>
        <p:txBody>
          <a:bodyPr>
            <a:normAutofit/>
          </a:bodyPr>
          <a:lstStyle/>
          <a:p>
            <a:r>
              <a:rPr lang="en-US" altLang="zh-CN" dirty="0"/>
              <a:t>In the </a:t>
            </a:r>
            <a:r>
              <a:rPr lang="en-US" altLang="zh-CN" b="1" dirty="0"/>
              <a:t>data-free</a:t>
            </a:r>
            <a:r>
              <a:rPr lang="en-US" altLang="zh-CN" dirty="0"/>
              <a:t> setting, transformers using </a:t>
            </a:r>
            <a:r>
              <a:rPr lang="en-US" altLang="zh-CN" b="1" dirty="0"/>
              <a:t>argmax(hard)-attention </a:t>
            </a:r>
            <a:r>
              <a:rPr lang="en-US" altLang="zh-CN" dirty="0"/>
              <a:t>cannot recognize PARITY [Hahn, 2020]</a:t>
            </a:r>
          </a:p>
          <a:p>
            <a:r>
              <a:rPr lang="en-US" altLang="zh-CN" dirty="0"/>
              <a:t>The proof of this result is complex, so we will only provide a few key insights.</a:t>
            </a:r>
          </a:p>
          <a:p>
            <a:pPr lvl="1"/>
            <a:r>
              <a:rPr lang="en-US" altLang="zh-CN" dirty="0"/>
              <a:t>The transformer can be viewed as an extension of a </a:t>
            </a:r>
            <a:r>
              <a:rPr lang="en-US" altLang="zh-CN" b="1" dirty="0"/>
              <a:t>Boolean circuit</a:t>
            </a:r>
            <a:r>
              <a:rPr lang="en-US" altLang="zh-CN" dirty="0"/>
              <a:t>, allowing us to apply techniques from circuit complexity theory.</a:t>
            </a:r>
          </a:p>
          <a:p>
            <a:pPr lvl="1"/>
            <a:r>
              <a:rPr lang="en-US" altLang="zh-CN" dirty="0"/>
              <a:t>Hard-attention means that each node is almost uniquely determined by a single node in the previous layer, resulting in a </a:t>
            </a:r>
            <a:r>
              <a:rPr lang="en-US" altLang="zh-CN" b="1" dirty="0"/>
              <a:t>“sparse”</a:t>
            </a:r>
            <a:r>
              <a:rPr lang="en-US" altLang="zh-CN" dirty="0"/>
              <a:t> graph structure.</a:t>
            </a:r>
          </a:p>
          <a:p>
            <a:pPr lvl="1"/>
            <a:r>
              <a:rPr lang="en-US" altLang="zh-CN" dirty="0"/>
              <a:t>The proof does not depend on the specific activation function or parameters used, so the crucial point is that circuit complexity techniques can be applied to the hard-attention transformer’s unique </a:t>
            </a:r>
            <a:r>
              <a:rPr lang="en-US" altLang="zh-CN" b="1" dirty="0"/>
              <a:t>graph structure</a:t>
            </a:r>
            <a:r>
              <a:rPr lang="en-US" altLang="zh-CN" dirty="0"/>
              <a:t>.</a:t>
            </a:r>
          </a:p>
        </p:txBody>
      </p:sp>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Hard-Attention Transformers for PARITY</a:t>
            </a:r>
            <a:endParaRPr lang="zh-CN" altLang="en-US" dirty="0"/>
          </a:p>
        </p:txBody>
      </p:sp>
    </p:spTree>
    <p:extLst>
      <p:ext uri="{BB962C8B-B14F-4D97-AF65-F5344CB8AC3E}">
        <p14:creationId xmlns:p14="http://schemas.microsoft.com/office/powerpoint/2010/main" val="1479365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898964"/>
                <a:ext cx="10521387" cy="4609412"/>
              </a:xfrm>
            </p:spPr>
            <p:txBody>
              <a:bodyPr>
                <a:normAutofit/>
              </a:bodyPr>
              <a:lstStyle/>
              <a:p>
                <a:r>
                  <a:rPr lang="en-US" altLang="zh-CN" dirty="0"/>
                  <a:t>In the </a:t>
                </a:r>
                <a:r>
                  <a:rPr lang="en-US" altLang="zh-CN" b="1" dirty="0"/>
                  <a:t>data-free</a:t>
                </a:r>
                <a:r>
                  <a:rPr lang="en-US" altLang="zh-CN" dirty="0"/>
                  <a:t> setting, transformers using </a:t>
                </a:r>
                <a:r>
                  <a:rPr lang="en-US" altLang="zh-CN" b="1" dirty="0" err="1"/>
                  <a:t>softmax</a:t>
                </a:r>
                <a:r>
                  <a:rPr lang="en-US" altLang="zh-CN" b="1" dirty="0"/>
                  <a:t>(soft)-attention </a:t>
                </a:r>
                <a:r>
                  <a:rPr lang="en-US" altLang="zh-CN" dirty="0"/>
                  <a:t>cannot recognize PARITY </a:t>
                </a:r>
                <a:r>
                  <a:rPr lang="en-US" altLang="zh-CN" b="1" dirty="0"/>
                  <a:t>with low cross-entropy</a:t>
                </a:r>
                <a:r>
                  <a:rPr lang="en-US" altLang="zh-CN" dirty="0"/>
                  <a:t> [Hahn, 2020]</a:t>
                </a:r>
              </a:p>
              <a:p>
                <a:endParaRPr lang="en-US" altLang="zh-CN" dirty="0"/>
              </a:p>
              <a:p>
                <a:pPr marL="0" indent="0">
                  <a:buNone/>
                </a:pPr>
                <a:endParaRPr lang="en-US" altLang="zh-CN" dirty="0"/>
              </a:p>
              <a:p>
                <a:pPr marL="0" indent="0">
                  <a:buNone/>
                </a:pPr>
                <a:endParaRPr lang="en-US" altLang="zh-CN" dirty="0"/>
              </a:p>
              <a:p>
                <a:r>
                  <a:rPr lang="en-US" altLang="zh-CN" dirty="0"/>
                  <a:t>Proof Insights: the impact of any single input symbol on the output of the transformer is small if the input is long.</a:t>
                </a:r>
              </a:p>
              <a:p>
                <a:r>
                  <a:rPr lang="en-US" altLang="zh-CN" dirty="0"/>
                  <a:t>In the </a:t>
                </a:r>
                <a:r>
                  <a:rPr lang="en-US" altLang="zh-CN" b="1" dirty="0"/>
                  <a:t>data-free</a:t>
                </a:r>
                <a:r>
                  <a:rPr lang="en-US" altLang="zh-CN" dirty="0"/>
                  <a:t> setting, transformers using </a:t>
                </a:r>
                <a:r>
                  <a:rPr lang="en-US" altLang="zh-CN" b="1" dirty="0" err="1"/>
                  <a:t>softmax</a:t>
                </a:r>
                <a:r>
                  <a:rPr lang="en-US" altLang="zh-CN" b="1" dirty="0"/>
                  <a:t>(soft)-attention </a:t>
                </a:r>
                <a:r>
                  <a:rPr lang="en-US" altLang="zh-CN" dirty="0"/>
                  <a:t>can recognize PARITY [Chiang et al., 2022]</a:t>
                </a:r>
              </a:p>
              <a:p>
                <a:r>
                  <a:rPr lang="en-US" altLang="zh-CN" dirty="0"/>
                  <a:t>Construction: Using </a:t>
                </a:r>
                <a14:m>
                  <m:oMath xmlns:m="http://schemas.openxmlformats.org/officeDocument/2006/math">
                    <m:r>
                      <a:rPr lang="en-US" altLang="zh-CN" b="0" i="1" smtClean="0">
                        <a:latin typeface="Cambria Math" panose="02040503050406030204" pitchFamily="18" charset="0"/>
                      </a:rPr>
                      <m:t>𝑃𝐸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𝑝</m:t>
                        </m:r>
                      </m:num>
                      <m:den>
                        <m:r>
                          <a:rPr lang="en-US" altLang="zh-CN" b="0" i="1" smtClean="0">
                            <a:latin typeface="Cambria Math" panose="02040503050406030204" pitchFamily="18" charset="0"/>
                          </a:rPr>
                          <m:t>𝑛</m:t>
                        </m:r>
                      </m:den>
                    </m:f>
                    <m:r>
                      <a:rPr lang="en-US" altLang="zh-CN" b="0" i="1" smtClean="0">
                        <a:latin typeface="Cambria Math" panose="02040503050406030204" pitchFamily="18" charset="0"/>
                      </a:rPr>
                      <m:t>,  </m:t>
                    </m:r>
                    <m:r>
                      <m:rPr>
                        <m:sty m:val="p"/>
                      </m:rPr>
                      <a:rPr lang="en-US" altLang="zh-CN" b="0" i="0" smtClean="0">
                        <a:latin typeface="Cambria Math" panose="02040503050406030204" pitchFamily="18" charset="0"/>
                      </a:rPr>
                      <m:t>cos</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𝜋</m:t>
                    </m:r>
                    <m:r>
                      <a:rPr lang="en-US" altLang="zh-CN" b="0" i="1" smtClean="0">
                        <a:latin typeface="Cambria Math" panose="02040503050406030204" pitchFamily="18" charset="0"/>
                      </a:rPr>
                      <m:t>))</m:t>
                    </m:r>
                  </m:oMath>
                </a14:m>
                <a:r>
                  <a:rPr lang="en-US" altLang="zh-CN" dirty="0"/>
                  <a:t> positional encoding.</a:t>
                </a:r>
              </a:p>
              <a:p>
                <a:r>
                  <a:rPr lang="en-US" altLang="zh-CN" dirty="0"/>
                  <a:t>1. Compute </a:t>
                </a:r>
                <a14:m>
                  <m:oMath xmlns:m="http://schemas.openxmlformats.org/officeDocument/2006/math">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oMath>
                </a14:m>
                <a:r>
                  <a:rPr lang="en-US" altLang="zh-CN" dirty="0"/>
                  <a:t> (using uniform attention) 2. Activate position </a:t>
                </a:r>
                <a14:m>
                  <m:oMath xmlns:m="http://schemas.openxmlformats.org/officeDocument/2006/math">
                    <m:r>
                      <a:rPr lang="en-US" altLang="zh-CN" b="0" i="1" smtClean="0">
                        <a:latin typeface="Cambria Math" panose="02040503050406030204" pitchFamily="18" charset="0"/>
                      </a:rPr>
                      <m:t>𝑘</m:t>
                    </m:r>
                  </m:oMath>
                </a14:m>
                <a:r>
                  <a:rPr lang="en-US" altLang="zh-CN" dirty="0"/>
                  <a:t> 3. Test whether position </a:t>
                </a:r>
                <a14:m>
                  <m:oMath xmlns:m="http://schemas.openxmlformats.org/officeDocument/2006/math">
                    <m:r>
                      <a:rPr lang="en-US" altLang="zh-CN" b="0" i="1" smtClean="0">
                        <a:latin typeface="Cambria Math" panose="02040503050406030204" pitchFamily="18" charset="0"/>
                      </a:rPr>
                      <m:t>𝑘</m:t>
                    </m:r>
                  </m:oMath>
                </a14:m>
                <a:r>
                  <a:rPr lang="en-US" altLang="zh-CN" dirty="0"/>
                  <a:t> is odd (two attention heads, one attends more to even positions, one … odd …)</a:t>
                </a:r>
              </a:p>
              <a:p>
                <a:endParaRPr lang="en-US" altLang="zh-CN" dirty="0"/>
              </a:p>
              <a:p>
                <a:endParaRPr lang="en-US" altLang="zh-CN" dirty="0"/>
              </a:p>
              <a:p>
                <a:endParaRPr lang="en-US" altLang="zh-CN" dirty="0"/>
              </a:p>
              <a:p>
                <a:endParaRPr lang="en-US" altLang="zh-CN" dirty="0"/>
              </a:p>
              <a:p>
                <a:endParaRPr lang="zh-CN" altLang="en-US" dirty="0"/>
              </a:p>
            </p:txBody>
          </p:sp>
        </mc:Choice>
        <mc:Fallback xmlns="">
          <p:sp>
            <p:nvSpPr>
              <p:cNvPr id="2" name="内容占位符 1">
                <a:extLst>
                  <a:ext uri="{FF2B5EF4-FFF2-40B4-BE49-F238E27FC236}">
                    <a16:creationId xmlns:a16="http://schemas.microsoft.com/office/drawing/2014/main" id="{97249299-B2E1-164B-9D28-7833904F88FD}"/>
                  </a:ext>
                </a:extLst>
              </p:cNvPr>
              <p:cNvSpPr>
                <a:spLocks noGrp="1" noRot="1" noChangeAspect="1" noMove="1" noResize="1" noEditPoints="1" noAdjustHandles="1" noChangeArrowheads="1" noChangeShapeType="1" noTextEdit="1"/>
              </p:cNvSpPr>
              <p:nvPr>
                <p:ph idx="1"/>
              </p:nvPr>
            </p:nvSpPr>
            <p:spPr>
              <a:xfrm>
                <a:off x="833376" y="1898964"/>
                <a:ext cx="10521387" cy="4609412"/>
              </a:xfrm>
              <a:blipFill>
                <a:blip r:embed="rId2"/>
                <a:stretch>
                  <a:fillRect l="-232" t="-794" r="-1043"/>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Soft-Attention Transformers for PARITY</a:t>
            </a:r>
            <a:endParaRPr lang="zh-CN" altLang="en-US" dirty="0"/>
          </a:p>
        </p:txBody>
      </p:sp>
      <p:pic>
        <p:nvPicPr>
          <p:cNvPr id="5" name="Picture 4">
            <a:extLst>
              <a:ext uri="{FF2B5EF4-FFF2-40B4-BE49-F238E27FC236}">
                <a16:creationId xmlns:a16="http://schemas.microsoft.com/office/drawing/2014/main" id="{33E0E12F-947C-1D55-8C17-24D31775A64A}"/>
              </a:ext>
            </a:extLst>
          </p:cNvPr>
          <p:cNvPicPr>
            <a:picLocks noChangeAspect="1"/>
          </p:cNvPicPr>
          <p:nvPr/>
        </p:nvPicPr>
        <p:blipFill>
          <a:blip r:embed="rId3"/>
          <a:stretch>
            <a:fillRect/>
          </a:stretch>
        </p:blipFill>
        <p:spPr>
          <a:xfrm>
            <a:off x="4422431" y="2371805"/>
            <a:ext cx="3343275" cy="1295400"/>
          </a:xfrm>
          <a:prstGeom prst="rect">
            <a:avLst/>
          </a:prstGeom>
        </p:spPr>
      </p:pic>
    </p:spTree>
    <p:extLst>
      <p:ext uri="{BB962C8B-B14F-4D97-AF65-F5344CB8AC3E}">
        <p14:creationId xmlns:p14="http://schemas.microsoft.com/office/powerpoint/2010/main" val="3524483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898964"/>
                <a:ext cx="10521387" cy="3987006"/>
              </a:xfrm>
            </p:spPr>
            <p:txBody>
              <a:bodyPr>
                <a:normAutofit/>
              </a:bodyPr>
              <a:lstStyle/>
              <a:p>
                <a:r>
                  <a:rPr lang="en-US" altLang="zh-CN" dirty="0"/>
                  <a:t>By adding layer normalization, transformers using </a:t>
                </a:r>
                <a:r>
                  <a:rPr lang="en-US" altLang="zh-CN" b="1" dirty="0" err="1"/>
                  <a:t>softmax</a:t>
                </a:r>
                <a:r>
                  <a:rPr lang="en-US" altLang="zh-CN" b="1" dirty="0"/>
                  <a:t>(soft)-attention </a:t>
                </a:r>
                <a:r>
                  <a:rPr lang="en-US" altLang="zh-CN" dirty="0"/>
                  <a:t>can recognize PARITY </a:t>
                </a:r>
                <a:r>
                  <a:rPr lang="en-US" altLang="zh-CN" b="1" dirty="0"/>
                  <a:t>with low cross-entropy </a:t>
                </a:r>
                <a:r>
                  <a:rPr lang="en-US" altLang="zh-CN" dirty="0"/>
                  <a:t>[Chiang et al., 2022]</a:t>
                </a:r>
              </a:p>
              <a:p>
                <a:r>
                  <a:rPr lang="en-US" altLang="zh-CN" i="1" dirty="0" err="1"/>
                  <a:t>LayerNorm</a:t>
                </a:r>
                <a:r>
                  <a:rPr lang="en-US" altLang="zh-CN" i="1" dirty="0"/>
                  <a:t>(</a:t>
                </a:r>
                <a14:m>
                  <m:oMath xmlns:m="http://schemas.openxmlformats.org/officeDocument/2006/math">
                    <m:r>
                      <a:rPr lang="en-US" altLang="zh-CN" b="1" i="1" smtClean="0">
                        <a:latin typeface="Cambria Math" panose="02040503050406030204" pitchFamily="18" charset="0"/>
                      </a:rPr>
                      <m:t>𝒙</m:t>
                    </m:r>
                  </m:oMath>
                </a14:m>
                <a:r>
                  <a:rPr lang="en-US" altLang="zh-CN" i="1" dirty="0"/>
                  <a:t>)=(</a:t>
                </a:r>
                <a14:m>
                  <m:oMath xmlns:m="http://schemas.openxmlformats.org/officeDocument/2006/math">
                    <m:r>
                      <a:rPr lang="en-US" altLang="zh-CN" b="1" i="1" dirty="0" smtClean="0">
                        <a:latin typeface="Cambria Math" panose="02040503050406030204" pitchFamily="18" charset="0"/>
                      </a:rPr>
                      <m:t>𝒙</m:t>
                    </m:r>
                  </m:oMath>
                </a14:m>
                <a:r>
                  <a:rPr lang="en-US" altLang="zh-CN" i="1" dirty="0"/>
                  <a:t>-mean(</a:t>
                </a:r>
                <a14:m>
                  <m:oMath xmlns:m="http://schemas.openxmlformats.org/officeDocument/2006/math">
                    <m:r>
                      <a:rPr lang="en-US" altLang="zh-CN" b="1" i="1" smtClean="0">
                        <a:latin typeface="Cambria Math" panose="02040503050406030204" pitchFamily="18" charset="0"/>
                      </a:rPr>
                      <m:t>𝒙</m:t>
                    </m:r>
                  </m:oMath>
                </a14:m>
                <a:r>
                  <a:rPr lang="en-US" altLang="zh-CN" i="1" dirty="0"/>
                  <a:t>))/std(</a:t>
                </a:r>
                <a14:m>
                  <m:oMath xmlns:m="http://schemas.openxmlformats.org/officeDocument/2006/math">
                    <m:r>
                      <a:rPr lang="en-US" altLang="zh-CN" b="1" i="1" smtClean="0">
                        <a:latin typeface="Cambria Math" panose="02040503050406030204" pitchFamily="18" charset="0"/>
                      </a:rPr>
                      <m:t>𝒙</m:t>
                    </m:r>
                  </m:oMath>
                </a14:m>
                <a:r>
                  <a:rPr lang="en-US" altLang="zh-CN" i="1" dirty="0"/>
                  <a:t>)</a:t>
                </a:r>
                <a:r>
                  <a:rPr lang="en-US" altLang="zh-CN" dirty="0"/>
                  <a:t>, Lemma 5 in [Hahn, 2020] requires Lipschitz-continuous prediction functions, but</a:t>
                </a:r>
                <a:r>
                  <a:rPr lang="en-US" altLang="zh-CN" b="1" i="1" dirty="0"/>
                  <a:t> </a:t>
                </a:r>
                <a:r>
                  <a:rPr lang="en-US" altLang="zh-CN" i="1" dirty="0" err="1"/>
                  <a:t>LayerNorm</a:t>
                </a:r>
                <a:r>
                  <a:rPr lang="en-US" altLang="zh-CN" b="1" i="1" dirty="0"/>
                  <a:t> </a:t>
                </a:r>
                <a:r>
                  <a:rPr lang="en-US" altLang="zh-CN" dirty="0"/>
                  <a:t>is not.</a:t>
                </a:r>
              </a:p>
              <a:p>
                <a:r>
                  <a:rPr lang="en-US" altLang="zh-CN" dirty="0"/>
                  <a:t>Another method to overcome Lemma 5 in [Hahn, 2020]:</a:t>
                </a:r>
              </a:p>
              <a:p>
                <a:pPr lvl="1"/>
                <a:r>
                  <a:rPr lang="en-US" altLang="zh-CN" b="1" dirty="0"/>
                  <a:t>log-length scaled attention</a:t>
                </a:r>
              </a:p>
              <a:p>
                <a:pPr lvl="1"/>
                <a:r>
                  <a:rPr lang="en-US" altLang="zh-CN" dirty="0"/>
                  <a:t>Redefine attention as:</a:t>
                </a:r>
              </a:p>
              <a:p>
                <a:pPr lvl="1"/>
                <a:r>
                  <a:rPr lang="en-US" altLang="zh-CN" dirty="0"/>
                  <a:t>Then exists a transformer that can recognize FIRST with low</a:t>
                </a:r>
              </a:p>
              <a:p>
                <a:pPr marL="323992" lvl="1" indent="0">
                  <a:buNone/>
                </a:pPr>
                <a:r>
                  <a:rPr lang="en-US" altLang="zh-CN" dirty="0"/>
                  <a:t>cross-entropy.</a:t>
                </a:r>
              </a:p>
            </p:txBody>
          </p:sp>
        </mc:Choice>
        <mc:Fallback xmlns="">
          <p:sp>
            <p:nvSpPr>
              <p:cNvPr id="2" name="内容占位符 1">
                <a:extLst>
                  <a:ext uri="{FF2B5EF4-FFF2-40B4-BE49-F238E27FC236}">
                    <a16:creationId xmlns:a16="http://schemas.microsoft.com/office/drawing/2014/main" id="{97249299-B2E1-164B-9D28-7833904F88FD}"/>
                  </a:ext>
                </a:extLst>
              </p:cNvPr>
              <p:cNvSpPr>
                <a:spLocks noGrp="1" noRot="1" noChangeAspect="1" noMove="1" noResize="1" noEditPoints="1" noAdjustHandles="1" noChangeArrowheads="1" noChangeShapeType="1" noTextEdit="1"/>
              </p:cNvSpPr>
              <p:nvPr>
                <p:ph idx="1"/>
              </p:nvPr>
            </p:nvSpPr>
            <p:spPr>
              <a:xfrm>
                <a:off x="833376" y="1898964"/>
                <a:ext cx="10521387" cy="3987006"/>
              </a:xfrm>
              <a:blipFill>
                <a:blip r:embed="rId2"/>
                <a:stretch>
                  <a:fillRect l="-232" t="-917"/>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Soft-Attention Transformers for PARITY</a:t>
            </a:r>
            <a:endParaRPr lang="zh-CN" altLang="en-US" dirty="0"/>
          </a:p>
        </p:txBody>
      </p:sp>
      <p:pic>
        <p:nvPicPr>
          <p:cNvPr id="5" name="Picture 4">
            <a:extLst>
              <a:ext uri="{FF2B5EF4-FFF2-40B4-BE49-F238E27FC236}">
                <a16:creationId xmlns:a16="http://schemas.microsoft.com/office/drawing/2014/main" id="{99E2F714-66A6-0BE0-CF82-4D8669326592}"/>
              </a:ext>
            </a:extLst>
          </p:cNvPr>
          <p:cNvPicPr>
            <a:picLocks noChangeAspect="1"/>
          </p:cNvPicPr>
          <p:nvPr/>
        </p:nvPicPr>
        <p:blipFill>
          <a:blip r:embed="rId3"/>
          <a:stretch>
            <a:fillRect/>
          </a:stretch>
        </p:blipFill>
        <p:spPr>
          <a:xfrm>
            <a:off x="7165789" y="3098754"/>
            <a:ext cx="3117253" cy="3165822"/>
          </a:xfrm>
          <a:prstGeom prst="rect">
            <a:avLst/>
          </a:prstGeom>
        </p:spPr>
      </p:pic>
      <p:pic>
        <p:nvPicPr>
          <p:cNvPr id="7" name="Picture 6">
            <a:extLst>
              <a:ext uri="{FF2B5EF4-FFF2-40B4-BE49-F238E27FC236}">
                <a16:creationId xmlns:a16="http://schemas.microsoft.com/office/drawing/2014/main" id="{AA33FCD2-1EEB-882D-FFDD-C837E2D8BA5D}"/>
              </a:ext>
            </a:extLst>
          </p:cNvPr>
          <p:cNvPicPr>
            <a:picLocks noChangeAspect="1"/>
          </p:cNvPicPr>
          <p:nvPr/>
        </p:nvPicPr>
        <p:blipFill>
          <a:blip r:embed="rId4"/>
          <a:stretch>
            <a:fillRect/>
          </a:stretch>
        </p:blipFill>
        <p:spPr>
          <a:xfrm>
            <a:off x="3357032" y="3986854"/>
            <a:ext cx="2737037" cy="477146"/>
          </a:xfrm>
          <a:prstGeom prst="rect">
            <a:avLst/>
          </a:prstGeom>
        </p:spPr>
      </p:pic>
    </p:spTree>
    <p:extLst>
      <p:ext uri="{BB962C8B-B14F-4D97-AF65-F5344CB8AC3E}">
        <p14:creationId xmlns:p14="http://schemas.microsoft.com/office/powerpoint/2010/main" val="3706523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409274"/>
            <a:ext cx="10521387" cy="4855302"/>
          </a:xfrm>
        </p:spPr>
        <p:txBody>
          <a:bodyPr>
            <a:normAutofit/>
          </a:bodyPr>
          <a:lstStyle/>
          <a:p>
            <a:r>
              <a:rPr lang="en-US" altLang="zh-CN" dirty="0"/>
              <a:t>This burgeoning line of research is come from theory of computation especially Boolean circuit. </a:t>
            </a:r>
          </a:p>
          <a:p>
            <a:r>
              <a:rPr lang="en-US" altLang="zh-CN" dirty="0"/>
              <a:t>One who is interested in this topic could refer to related work section of [Chiang et al., 2023].</a:t>
            </a:r>
          </a:p>
          <a:p>
            <a:r>
              <a:rPr lang="en-US" altLang="zh-CN" dirty="0"/>
              <a:t>An overview of results:</a:t>
            </a:r>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a:p>
            <a:r>
              <a:rPr lang="en-US" altLang="zh-CN" dirty="0"/>
              <a:t>I don’t personally work on this topic because there is another line of work on transformers </a:t>
            </a:r>
            <a:r>
              <a:rPr lang="en-US" altLang="zh-CN" b="1" dirty="0"/>
              <a:t>with memory (or tape)</a:t>
            </a:r>
            <a:r>
              <a:rPr lang="en-US" altLang="zh-CN" dirty="0"/>
              <a:t> that pushes their theoretical computational power to a high level.”</a:t>
            </a:r>
          </a:p>
        </p:txBody>
      </p:sp>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Some Personal Thoughts</a:t>
            </a:r>
            <a:endParaRPr lang="zh-CN" altLang="en-US" dirty="0"/>
          </a:p>
        </p:txBody>
      </p:sp>
      <p:pic>
        <p:nvPicPr>
          <p:cNvPr id="6" name="Picture 5">
            <a:extLst>
              <a:ext uri="{FF2B5EF4-FFF2-40B4-BE49-F238E27FC236}">
                <a16:creationId xmlns:a16="http://schemas.microsoft.com/office/drawing/2014/main" id="{536926DF-77B2-F856-A557-3597B4FBD0FD}"/>
              </a:ext>
            </a:extLst>
          </p:cNvPr>
          <p:cNvPicPr>
            <a:picLocks noChangeAspect="1"/>
          </p:cNvPicPr>
          <p:nvPr/>
        </p:nvPicPr>
        <p:blipFill>
          <a:blip r:embed="rId2"/>
          <a:stretch>
            <a:fillRect/>
          </a:stretch>
        </p:blipFill>
        <p:spPr>
          <a:xfrm>
            <a:off x="4770555" y="2257856"/>
            <a:ext cx="2650889" cy="2656464"/>
          </a:xfrm>
          <a:prstGeom prst="rect">
            <a:avLst/>
          </a:prstGeom>
        </p:spPr>
      </p:pic>
      <p:sp>
        <p:nvSpPr>
          <p:cNvPr id="8" name="TextBox 7">
            <a:extLst>
              <a:ext uri="{FF2B5EF4-FFF2-40B4-BE49-F238E27FC236}">
                <a16:creationId xmlns:a16="http://schemas.microsoft.com/office/drawing/2014/main" id="{00B402C3-A0D2-71D7-44F7-605367E9C7B5}"/>
              </a:ext>
            </a:extLst>
          </p:cNvPr>
          <p:cNvSpPr txBox="1"/>
          <p:nvPr/>
        </p:nvSpPr>
        <p:spPr>
          <a:xfrm>
            <a:off x="831445" y="5849077"/>
            <a:ext cx="9496446" cy="830997"/>
          </a:xfrm>
          <a:prstGeom prst="rect">
            <a:avLst/>
          </a:prstGeom>
          <a:noFill/>
        </p:spPr>
        <p:txBody>
          <a:bodyPr wrap="none" rtlCol="0">
            <a:spAutoFit/>
          </a:bodyPr>
          <a:lstStyle/>
          <a:p>
            <a:r>
              <a:rPr lang="en-US" altLang="zh-CN" dirty="0"/>
              <a:t>Related Paper:</a:t>
            </a:r>
          </a:p>
          <a:p>
            <a:r>
              <a:rPr lang="en-US" altLang="zh-CN" sz="1200" dirty="0"/>
              <a:t>Chiang, David, Peter </a:t>
            </a:r>
            <a:r>
              <a:rPr lang="en-US" altLang="zh-CN" sz="1200" dirty="0" err="1"/>
              <a:t>Cholak</a:t>
            </a:r>
            <a:r>
              <a:rPr lang="en-US" altLang="zh-CN" sz="1200" dirty="0"/>
              <a:t>, and Anand Pillay. "Tighter Bounds on the Expressivity of Transformer Encoders." </a:t>
            </a:r>
            <a:r>
              <a:rPr lang="en-US" altLang="zh-CN" sz="1200" dirty="0" err="1"/>
              <a:t>arXiv</a:t>
            </a:r>
            <a:r>
              <a:rPr lang="en-US" altLang="zh-CN" sz="1200" dirty="0"/>
              <a:t> preprint arXiv:2301.10743 (2023).</a:t>
            </a:r>
          </a:p>
          <a:p>
            <a:endParaRPr lang="zh-CN" altLang="en-US" dirty="0"/>
          </a:p>
        </p:txBody>
      </p:sp>
    </p:spTree>
    <p:extLst>
      <p:ext uri="{BB962C8B-B14F-4D97-AF65-F5344CB8AC3E}">
        <p14:creationId xmlns:p14="http://schemas.microsoft.com/office/powerpoint/2010/main" val="2183150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4EBCB47-E079-8145-ACD0-A7E22DA14EF1}"/>
              </a:ext>
            </a:extLst>
          </p:cNvPr>
          <p:cNvSpPr>
            <a:spLocks noGrp="1"/>
          </p:cNvSpPr>
          <p:nvPr>
            <p:ph type="body" idx="1"/>
          </p:nvPr>
        </p:nvSpPr>
        <p:spPr>
          <a:xfrm>
            <a:off x="835306" y="1744809"/>
            <a:ext cx="5087075" cy="536005"/>
          </a:xfrm>
        </p:spPr>
        <p:txBody>
          <a:bodyPr/>
          <a:lstStyle/>
          <a:p>
            <a:r>
              <a:rPr lang="en-US" altLang="zh-CN" dirty="0"/>
              <a:t>Turing Machine [Perez et al., 2021]</a:t>
            </a:r>
            <a:endParaRPr lang="zh-CN" altLang="en-US" dirty="0"/>
          </a:p>
        </p:txBody>
      </p:sp>
      <p:sp>
        <p:nvSpPr>
          <p:cNvPr id="6" name="标题 5">
            <a:extLst>
              <a:ext uri="{FF2B5EF4-FFF2-40B4-BE49-F238E27FC236}">
                <a16:creationId xmlns:a16="http://schemas.microsoft.com/office/drawing/2014/main" id="{749DA121-AAE1-8447-8DF5-6C89DB3D3284}"/>
              </a:ext>
            </a:extLst>
          </p:cNvPr>
          <p:cNvSpPr>
            <a:spLocks noGrp="1"/>
          </p:cNvSpPr>
          <p:nvPr>
            <p:ph type="title"/>
          </p:nvPr>
        </p:nvSpPr>
        <p:spPr>
          <a:xfrm>
            <a:off x="835306" y="593424"/>
            <a:ext cx="10521388" cy="1015200"/>
          </a:xfrm>
        </p:spPr>
        <p:txBody>
          <a:bodyPr/>
          <a:lstStyle/>
          <a:p>
            <a:r>
              <a:rPr lang="en-US" altLang="zh-CN" dirty="0"/>
              <a:t>Construct Computing Machine Using Transformer</a:t>
            </a:r>
            <a:endParaRPr lang="zh-CN" altLang="en-US" dirty="0"/>
          </a:p>
        </p:txBody>
      </p:sp>
      <p:sp>
        <p:nvSpPr>
          <p:cNvPr id="16" name="TextBox 15">
            <a:extLst>
              <a:ext uri="{FF2B5EF4-FFF2-40B4-BE49-F238E27FC236}">
                <a16:creationId xmlns:a16="http://schemas.microsoft.com/office/drawing/2014/main" id="{45D8B898-4609-1291-E0E0-0DEC79D9CF51}"/>
              </a:ext>
            </a:extLst>
          </p:cNvPr>
          <p:cNvSpPr txBox="1"/>
          <p:nvPr/>
        </p:nvSpPr>
        <p:spPr>
          <a:xfrm>
            <a:off x="835306" y="5842097"/>
            <a:ext cx="9605042" cy="553998"/>
          </a:xfrm>
          <a:prstGeom prst="rect">
            <a:avLst/>
          </a:prstGeom>
          <a:noFill/>
        </p:spPr>
        <p:txBody>
          <a:bodyPr wrap="square" rtlCol="0">
            <a:spAutoFit/>
          </a:bodyPr>
          <a:lstStyle/>
          <a:p>
            <a:r>
              <a:rPr lang="en-US" altLang="zh-CN" dirty="0"/>
              <a:t>Related Paper:</a:t>
            </a:r>
          </a:p>
          <a:p>
            <a:r>
              <a:rPr lang="en-US" altLang="zh-CN" sz="1200" dirty="0"/>
              <a:t>Pérez, Jorge, Pablo Barceló, and Javier </a:t>
            </a:r>
            <a:r>
              <a:rPr lang="en-US" altLang="zh-CN" sz="1200" dirty="0" err="1"/>
              <a:t>Marinkovic</a:t>
            </a:r>
            <a:r>
              <a:rPr lang="en-US" altLang="zh-CN" sz="1200" dirty="0"/>
              <a:t>. "Attention is </a:t>
            </a:r>
            <a:r>
              <a:rPr lang="en-US" altLang="zh-CN" sz="1200" dirty="0" err="1"/>
              <a:t>turing</a:t>
            </a:r>
            <a:r>
              <a:rPr lang="en-US" altLang="zh-CN" sz="1200" dirty="0"/>
              <a:t> complete." The Journal of Machine Learning Research 22.1 (2021): 3463-3497.</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919CCDD-66C0-C591-149F-C28E68A8AB94}"/>
                  </a:ext>
                </a:extLst>
              </p:cNvPr>
              <p:cNvSpPr txBox="1"/>
              <p:nvPr/>
            </p:nvSpPr>
            <p:spPr>
              <a:xfrm>
                <a:off x="835306" y="2523533"/>
                <a:ext cx="9937709" cy="325493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The class of Transformer networks with positional encodings is </a:t>
                </a:r>
                <a:r>
                  <a:rPr lang="en-US" altLang="zh-CN" b="1" dirty="0"/>
                  <a:t>Turing complete</a:t>
                </a:r>
                <a:r>
                  <a:rPr lang="en-US" altLang="zh-CN" dirty="0"/>
                  <a:t>.</a:t>
                </a:r>
              </a:p>
              <a:p>
                <a:pPr marL="285750" indent="-285750">
                  <a:buFont typeface="Arial" panose="020B0604020202020204" pitchFamily="34" charset="0"/>
                  <a:buChar char="•"/>
                </a:pPr>
                <a:r>
                  <a:rPr lang="en-US" altLang="zh-CN" dirty="0"/>
                  <a:t>In detail, they construct a transformer with a single layer encoder and a three layers decoder using positional encodings </a:t>
                </a:r>
                <a14:m>
                  <m:oMath xmlns:m="http://schemas.openxmlformats.org/officeDocument/2006/math">
                    <m:r>
                      <a:rPr lang="en-US" altLang="zh-CN" b="0" i="1" smtClean="0">
                        <a:latin typeface="Cambria Math" panose="02040503050406030204" pitchFamily="18" charset="0"/>
                      </a:rPr>
                      <m:t>𝑝𝑜𝑠</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den>
                    </m:f>
                  </m:oMath>
                </a14:m>
                <a:r>
                  <a:rPr lang="en-US" altLang="zh-CN" b="0" dirty="0"/>
                  <a:t> to emulate Turing machine.</a:t>
                </a:r>
              </a:p>
              <a:p>
                <a:pPr marL="285750" indent="-285750">
                  <a:buFont typeface="Arial" panose="020B0604020202020204" pitchFamily="34" charset="0"/>
                  <a:buChar char="•"/>
                </a:pPr>
                <a:r>
                  <a:rPr lang="en-US" altLang="zh-CN" dirty="0"/>
                  <a:t>An interesting justification for positional encoding: </a:t>
                </a:r>
                <a:r>
                  <a:rPr lang="en-US" altLang="zh-CN" b="1" dirty="0"/>
                  <a:t>order-invariance</a:t>
                </a:r>
                <a:r>
                  <a:rPr lang="en-US" altLang="zh-CN" dirty="0"/>
                  <a:t>.</a:t>
                </a:r>
              </a:p>
              <a:p>
                <a:pPr marL="285750" indent="-285750">
                  <a:buFont typeface="Arial" panose="020B0604020202020204" pitchFamily="34" charset="0"/>
                  <a:buChar char="•"/>
                </a:pPr>
                <a:endParaRPr lang="en-US" altLang="zh-CN" b="0"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b="0" dirty="0"/>
              </a:p>
              <a:p>
                <a:pPr marL="285750" indent="-285750">
                  <a:buFont typeface="Arial" panose="020B0604020202020204" pitchFamily="34" charset="0"/>
                  <a:buChar char="•"/>
                </a:pPr>
                <a:r>
                  <a:rPr lang="en-US" altLang="zh-CN" dirty="0"/>
                  <a:t>Here, </a:t>
                </a:r>
                <a14:m>
                  <m:oMath xmlns:m="http://schemas.openxmlformats.org/officeDocument/2006/math">
                    <m:r>
                      <m:rPr>
                        <m:sty m:val="p"/>
                      </m:rPr>
                      <a:rPr lang="en-US" altLang="zh-CN" b="0" i="0" smtClean="0">
                        <a:latin typeface="Cambria Math" panose="02040503050406030204" pitchFamily="18" charset="0"/>
                      </a:rPr>
                      <m:t>PropInv</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𝑤</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l-GR" altLang="zh-CN" i="1">
                        <a:latin typeface="Cambria Math" panose="02040503050406030204" pitchFamily="18" charset="0"/>
                        <a:ea typeface="Cambria Math" panose="02040503050406030204" pitchFamily="18" charset="0"/>
                      </a:rPr>
                      <m:t>∈</m:t>
                    </m:r>
                    <m:sSup>
                      <m:sSupPr>
                        <m:ctrlPr>
                          <a:rPr lang="el-GR" altLang="zh-CN" smtClean="0">
                            <a:latin typeface="Cambria Math" panose="02040503050406030204" pitchFamily="18" charset="0"/>
                            <a:ea typeface="Cambria Math" panose="02040503050406030204" pitchFamily="18" charset="0"/>
                          </a:rPr>
                        </m:ctrlPr>
                      </m:sSupPr>
                      <m:e>
                        <m:r>
                          <m:rPr>
                            <m:sty m:val="p"/>
                          </m:rPr>
                          <a:rPr lang="en-US" altLang="zh-CN" i="1">
                            <a:latin typeface="Cambria Math" panose="02040503050406030204" pitchFamily="18" charset="0"/>
                            <a:ea typeface="Cambria Math" panose="02040503050406030204" pitchFamily="18" charset="0"/>
                          </a:rPr>
                          <m:t>Σ</m:t>
                        </m:r>
                      </m:e>
                      <m:sup>
                        <m:r>
                          <a:rPr lang="en-US" altLang="zh-CN" b="0" i="0"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prop</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𝑤</m:t>
                        </m:r>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prop</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e>
                    </m:d>
                    <m:r>
                      <a:rPr lang="en-US" altLang="zh-CN" b="0" i="1" smtClean="0">
                        <a:latin typeface="Cambria Math" panose="02040503050406030204" pitchFamily="18" charset="0"/>
                      </a:rPr>
                      <m:t> </m:t>
                    </m:r>
                    <m:r>
                      <m:rPr>
                        <m:sty m:val="p"/>
                      </m:rPr>
                      <a:rPr lang="en-US" altLang="zh-CN" b="0" i="0" smtClean="0">
                        <a:latin typeface="Cambria Math" panose="02040503050406030204" pitchFamily="18" charset="0"/>
                      </a:rPr>
                      <m:t>for</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every</m:t>
                    </m:r>
                    <m:r>
                      <a:rPr lang="en-US" altLang="zh-CN" b="0" i="0" smtClean="0">
                        <a:latin typeface="Cambria Math" panose="02040503050406030204" pitchFamily="18" charset="0"/>
                      </a:rPr>
                      <m:t> </m:t>
                    </m:r>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m:t>
                    </m:r>
                    <m:r>
                      <m:rPr>
                        <m:sty m:val="p"/>
                      </m:rPr>
                      <a:rPr lang="en-US" altLang="zh-CN" b="0" i="1" smtClean="0">
                        <a:latin typeface="Cambria Math" panose="02040503050406030204" pitchFamily="18" charset="0"/>
                        <a:ea typeface="Cambria Math" panose="02040503050406030204" pitchFamily="18" charset="0"/>
                      </a:rPr>
                      <m:t>Σ</m:t>
                    </m:r>
                    <m:r>
                      <a:rPr lang="en-US" altLang="zh-CN" b="0" i="1" smtClean="0">
                        <a:latin typeface="Cambria Math" panose="02040503050406030204" pitchFamily="18" charset="0"/>
                      </a:rPr>
                      <m:t>}</m:t>
                    </m:r>
                  </m:oMath>
                </a14:m>
                <a:r>
                  <a:rPr lang="en-US" altLang="zh-CN" b="0" dirty="0"/>
                  <a:t>, prop is the proportion of a symbol in an expression.</a:t>
                </a:r>
              </a:p>
              <a:p>
                <a:pPr marL="285750" indent="-285750">
                  <a:buFont typeface="Arial" panose="020B0604020202020204" pitchFamily="34" charset="0"/>
                  <a:buChar char="•"/>
                </a:pPr>
                <a:r>
                  <a:rPr lang="en-US" altLang="zh-CN" dirty="0"/>
                  <a:t>Using Proposition 3 in [Perez et al., 2021], it is easy to prove that </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𝑤</m:t>
                        </m:r>
                        <m:r>
                          <a:rPr lang="en-US" altLang="zh-CN" b="0" i="1" smtClean="0">
                            <a:latin typeface="Cambria Math" panose="02040503050406030204" pitchFamily="18" charset="0"/>
                            <a:ea typeface="Cambria Math" panose="02040503050406030204" pitchFamily="18" charset="0"/>
                          </a:rPr>
                          <m:t>∈</m:t>
                        </m:r>
                        <m:sSup>
                          <m:sSupPr>
                            <m:ctrlPr>
                              <a:rPr lang="el-GR" altLang="zh-CN" i="1">
                                <a:latin typeface="Cambria Math" panose="02040503050406030204" pitchFamily="18" charset="0"/>
                                <a:ea typeface="Cambria Math" panose="02040503050406030204" pitchFamily="18" charset="0"/>
                              </a:rPr>
                            </m:ctrlPr>
                          </m:sSupPr>
                          <m:e>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𝑎</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e>
                            </m:d>
                          </m:e>
                          <m:sup>
                            <m:r>
                              <a:rPr lang="en-US" altLang="zh-CN">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𝑤</m:t>
                        </m:r>
                        <m:r>
                          <a:rPr lang="en-US" altLang="zh-CN" b="0" i="1" smtClean="0">
                            <a:latin typeface="Cambria Math" panose="02040503050406030204" pitchFamily="18" charset="0"/>
                            <a:ea typeface="Cambria Math" panose="02040503050406030204" pitchFamily="18" charset="0"/>
                          </a:rPr>
                          <m:t> </m:t>
                        </m:r>
                        <m:r>
                          <m:rPr>
                            <m:sty m:val="p"/>
                          </m:rPr>
                          <a:rPr lang="en-US" altLang="zh-CN" b="0" i="0" smtClean="0">
                            <a:latin typeface="Cambria Math" panose="02040503050406030204" pitchFamily="18" charset="0"/>
                            <a:ea typeface="Cambria Math" panose="02040503050406030204" pitchFamily="18" charset="0"/>
                          </a:rPr>
                          <m:t>has</m:t>
                        </m:r>
                        <m:r>
                          <a:rPr lang="en-US" altLang="zh-CN" b="0" i="0" smtClean="0">
                            <a:latin typeface="Cambria Math" panose="02040503050406030204" pitchFamily="18" charset="0"/>
                            <a:ea typeface="Cambria Math" panose="02040503050406030204" pitchFamily="18" charset="0"/>
                          </a:rPr>
                          <m:t> </m:t>
                        </m:r>
                        <m:r>
                          <m:rPr>
                            <m:sty m:val="p"/>
                          </m:rPr>
                          <a:rPr lang="en-US" altLang="zh-CN" b="0" i="0" smtClean="0">
                            <a:latin typeface="Cambria Math" panose="02040503050406030204" pitchFamily="18" charset="0"/>
                            <a:ea typeface="Cambria Math" panose="02040503050406030204" pitchFamily="18" charset="0"/>
                          </a:rPr>
                          <m:t>an</m:t>
                        </m:r>
                        <m:r>
                          <a:rPr lang="en-US" altLang="zh-CN" b="0" i="0" smtClean="0">
                            <a:latin typeface="Cambria Math" panose="02040503050406030204" pitchFamily="18" charset="0"/>
                            <a:ea typeface="Cambria Math" panose="02040503050406030204" pitchFamily="18" charset="0"/>
                          </a:rPr>
                          <m:t> </m:t>
                        </m:r>
                        <m:r>
                          <m:rPr>
                            <m:sty m:val="p"/>
                          </m:rPr>
                          <a:rPr lang="en-US" altLang="zh-CN" b="0" i="0" smtClean="0">
                            <a:latin typeface="Cambria Math" panose="02040503050406030204" pitchFamily="18" charset="0"/>
                            <a:ea typeface="Cambria Math" panose="02040503050406030204" pitchFamily="18" charset="0"/>
                          </a:rPr>
                          <m:t>even</m:t>
                        </m:r>
                        <m:r>
                          <a:rPr lang="en-US" altLang="zh-CN" b="0" i="0" smtClean="0">
                            <a:latin typeface="Cambria Math" panose="02040503050406030204" pitchFamily="18" charset="0"/>
                            <a:ea typeface="Cambria Math" panose="02040503050406030204" pitchFamily="18" charset="0"/>
                          </a:rPr>
                          <m:t> </m:t>
                        </m:r>
                        <m:r>
                          <m:rPr>
                            <m:sty m:val="p"/>
                          </m:rPr>
                          <a:rPr lang="en-US" altLang="zh-CN" b="0" i="0" smtClean="0">
                            <a:latin typeface="Cambria Math" panose="02040503050406030204" pitchFamily="18" charset="0"/>
                            <a:ea typeface="Cambria Math" panose="02040503050406030204" pitchFamily="18" charset="0"/>
                          </a:rPr>
                          <m:t>number</m:t>
                        </m:r>
                        <m:r>
                          <a:rPr lang="en-US" altLang="zh-CN" b="0" i="0" smtClean="0">
                            <a:latin typeface="Cambria Math" panose="02040503050406030204" pitchFamily="18" charset="0"/>
                            <a:ea typeface="Cambria Math" panose="02040503050406030204" pitchFamily="18" charset="0"/>
                          </a:rPr>
                          <m:t> </m:t>
                        </m:r>
                        <m:r>
                          <m:rPr>
                            <m:sty m:val="p"/>
                          </m:rPr>
                          <a:rPr lang="en-US" altLang="zh-CN" b="0" i="0" smtClean="0">
                            <a:latin typeface="Cambria Math" panose="02040503050406030204" pitchFamily="18" charset="0"/>
                            <a:ea typeface="Cambria Math" panose="02040503050406030204" pitchFamily="18" charset="0"/>
                          </a:rPr>
                          <m:t>of</m:t>
                        </m:r>
                        <m:r>
                          <a:rPr lang="en-US" altLang="zh-CN" b="0" i="0"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 </m:t>
                        </m:r>
                        <m:r>
                          <m:rPr>
                            <m:sty m:val="p"/>
                          </m:rPr>
                          <a:rPr lang="en-US" altLang="zh-CN" b="0" i="0" smtClean="0">
                            <a:latin typeface="Cambria Math" panose="02040503050406030204" pitchFamily="18" charset="0"/>
                            <a:ea typeface="Cambria Math" panose="02040503050406030204" pitchFamily="18" charset="0"/>
                          </a:rPr>
                          <m:t>symbols</m:t>
                        </m:r>
                      </m:e>
                    </m:d>
                  </m:oMath>
                </a14:m>
                <a:r>
                  <a:rPr lang="en-US" altLang="zh-CN" b="0" dirty="0"/>
                  <a:t> cannot be recognized by a transformer.</a:t>
                </a:r>
              </a:p>
            </p:txBody>
          </p:sp>
        </mc:Choice>
        <mc:Fallback>
          <p:sp>
            <p:nvSpPr>
              <p:cNvPr id="3" name="TextBox 2">
                <a:extLst>
                  <a:ext uri="{FF2B5EF4-FFF2-40B4-BE49-F238E27FC236}">
                    <a16:creationId xmlns:a16="http://schemas.microsoft.com/office/drawing/2014/main" id="{F919CCDD-66C0-C591-149F-C28E68A8AB94}"/>
                  </a:ext>
                </a:extLst>
              </p:cNvPr>
              <p:cNvSpPr txBox="1">
                <a:spLocks noRot="1" noChangeAspect="1" noMove="1" noResize="1" noEditPoints="1" noAdjustHandles="1" noChangeArrowheads="1" noChangeShapeType="1" noTextEdit="1"/>
              </p:cNvSpPr>
              <p:nvPr/>
            </p:nvSpPr>
            <p:spPr>
              <a:xfrm>
                <a:off x="835306" y="2523533"/>
                <a:ext cx="9937709" cy="3254930"/>
              </a:xfrm>
              <a:prstGeom prst="rect">
                <a:avLst/>
              </a:prstGeom>
              <a:blipFill>
                <a:blip r:embed="rId2"/>
                <a:stretch>
                  <a:fillRect l="-368" t="-1124" r="-307" b="-20974"/>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E4DD7A58-1326-3BA7-598A-A1C801A67A0A}"/>
              </a:ext>
            </a:extLst>
          </p:cNvPr>
          <p:cNvPicPr>
            <a:picLocks noChangeAspect="1"/>
          </p:cNvPicPr>
          <p:nvPr/>
        </p:nvPicPr>
        <p:blipFill>
          <a:blip r:embed="rId3"/>
          <a:stretch>
            <a:fillRect/>
          </a:stretch>
        </p:blipFill>
        <p:spPr>
          <a:xfrm>
            <a:off x="2369876" y="3821598"/>
            <a:ext cx="7105010" cy="771790"/>
          </a:xfrm>
          <a:prstGeom prst="rect">
            <a:avLst/>
          </a:prstGeom>
        </p:spPr>
      </p:pic>
    </p:spTree>
    <p:extLst>
      <p:ext uri="{BB962C8B-B14F-4D97-AF65-F5344CB8AC3E}">
        <p14:creationId xmlns:p14="http://schemas.microsoft.com/office/powerpoint/2010/main" val="808882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4EBCB47-E079-8145-ACD0-A7E22DA14EF1}"/>
              </a:ext>
            </a:extLst>
          </p:cNvPr>
          <p:cNvSpPr>
            <a:spLocks noGrp="1"/>
          </p:cNvSpPr>
          <p:nvPr>
            <p:ph type="body" idx="1"/>
          </p:nvPr>
        </p:nvSpPr>
        <p:spPr>
          <a:xfrm>
            <a:off x="835306" y="1744809"/>
            <a:ext cx="5673070" cy="536005"/>
          </a:xfrm>
        </p:spPr>
        <p:txBody>
          <a:bodyPr/>
          <a:lstStyle/>
          <a:p>
            <a:r>
              <a:rPr lang="en-US" altLang="zh-CN" dirty="0"/>
              <a:t>Programmable Computer [</a:t>
            </a:r>
            <a:r>
              <a:rPr lang="en-US" altLang="zh-CN" dirty="0" err="1"/>
              <a:t>Giannou</a:t>
            </a:r>
            <a:r>
              <a:rPr lang="en-US" altLang="zh-CN" dirty="0"/>
              <a:t> et al., 2023]</a:t>
            </a:r>
            <a:endParaRPr lang="zh-CN" altLang="en-US" dirty="0"/>
          </a:p>
        </p:txBody>
      </p:sp>
      <p:sp>
        <p:nvSpPr>
          <p:cNvPr id="6" name="标题 5">
            <a:extLst>
              <a:ext uri="{FF2B5EF4-FFF2-40B4-BE49-F238E27FC236}">
                <a16:creationId xmlns:a16="http://schemas.microsoft.com/office/drawing/2014/main" id="{749DA121-AAE1-8447-8DF5-6C89DB3D3284}"/>
              </a:ext>
            </a:extLst>
          </p:cNvPr>
          <p:cNvSpPr>
            <a:spLocks noGrp="1"/>
          </p:cNvSpPr>
          <p:nvPr>
            <p:ph type="title"/>
          </p:nvPr>
        </p:nvSpPr>
        <p:spPr>
          <a:xfrm>
            <a:off x="835306" y="593424"/>
            <a:ext cx="10521388" cy="1015200"/>
          </a:xfrm>
        </p:spPr>
        <p:txBody>
          <a:bodyPr/>
          <a:lstStyle/>
          <a:p>
            <a:r>
              <a:rPr lang="en-US" altLang="zh-CN" dirty="0"/>
              <a:t>Construct Computing Machine Using Transformer</a:t>
            </a:r>
            <a:endParaRPr lang="zh-CN" altLang="en-US" dirty="0"/>
          </a:p>
        </p:txBody>
      </p:sp>
      <p:sp>
        <p:nvSpPr>
          <p:cNvPr id="11" name="TextBox 10">
            <a:extLst>
              <a:ext uri="{FF2B5EF4-FFF2-40B4-BE49-F238E27FC236}">
                <a16:creationId xmlns:a16="http://schemas.microsoft.com/office/drawing/2014/main" id="{071C2F23-04CD-900E-68C2-4FDFBF7544DA}"/>
              </a:ext>
            </a:extLst>
          </p:cNvPr>
          <p:cNvSpPr txBox="1"/>
          <p:nvPr/>
        </p:nvSpPr>
        <p:spPr>
          <a:xfrm>
            <a:off x="835306" y="2298182"/>
            <a:ext cx="5087075" cy="286232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There exists a </a:t>
            </a:r>
            <a:r>
              <a:rPr lang="en-US" altLang="zh-CN" b="1" dirty="0"/>
              <a:t>looped transformer</a:t>
            </a:r>
            <a:r>
              <a:rPr lang="en-US" altLang="zh-CN" dirty="0"/>
              <a:t> with less than 13 layers that can emulate </a:t>
            </a:r>
            <a:r>
              <a:rPr lang="en-US" altLang="zh-CN" b="1" dirty="0"/>
              <a:t>a</a:t>
            </a:r>
            <a:r>
              <a:rPr lang="en-US" altLang="zh-CN" dirty="0"/>
              <a:t> </a:t>
            </a:r>
            <a:r>
              <a:rPr lang="en-US" altLang="zh-CN" b="1" dirty="0"/>
              <a:t>general purpose computer </a:t>
            </a:r>
            <a:r>
              <a:rPr lang="en-US" altLang="zh-CN" dirty="0"/>
              <a:t>(using SUBLEQ), a basic calculator, numerical linear algebra methods, such as approximate matrix inverse and power iteration, and in-context learning algorithms, such as SGD, on neural networks.</a:t>
            </a:r>
          </a:p>
          <a:p>
            <a:pPr marL="285750" indent="-285750">
              <a:buFont typeface="Arial" panose="020B0604020202020204" pitchFamily="34" charset="0"/>
              <a:buChar char="•"/>
            </a:pPr>
            <a:r>
              <a:rPr lang="en-US" altLang="zh-CN" dirty="0"/>
              <a:t>Intuition: use a predefined (data-free) transformer called transformer-based function block (FLEQ) to realize SUBLEQ.</a:t>
            </a:r>
            <a:endParaRPr lang="zh-CN" altLang="en-US" dirty="0"/>
          </a:p>
        </p:txBody>
      </p:sp>
      <p:pic>
        <p:nvPicPr>
          <p:cNvPr id="1026" name="Picture 2">
            <a:extLst>
              <a:ext uri="{FF2B5EF4-FFF2-40B4-BE49-F238E27FC236}">
                <a16:creationId xmlns:a16="http://schemas.microsoft.com/office/drawing/2014/main" id="{84EC405C-DE73-0BF5-5FAE-2EFB5F8C3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8958" y="2450801"/>
            <a:ext cx="4763687" cy="275235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5839B2C8-688E-AB9E-19C7-8EFCC9E0A3C4}"/>
              </a:ext>
            </a:extLst>
          </p:cNvPr>
          <p:cNvPicPr>
            <a:picLocks noChangeAspect="1"/>
          </p:cNvPicPr>
          <p:nvPr/>
        </p:nvPicPr>
        <p:blipFill>
          <a:blip r:embed="rId3"/>
          <a:stretch>
            <a:fillRect/>
          </a:stretch>
        </p:blipFill>
        <p:spPr>
          <a:xfrm>
            <a:off x="1150352" y="5160504"/>
            <a:ext cx="5023877" cy="275821"/>
          </a:xfrm>
          <a:prstGeom prst="rect">
            <a:avLst/>
          </a:prstGeom>
        </p:spPr>
      </p:pic>
      <p:sp>
        <p:nvSpPr>
          <p:cNvPr id="16" name="TextBox 15">
            <a:extLst>
              <a:ext uri="{FF2B5EF4-FFF2-40B4-BE49-F238E27FC236}">
                <a16:creationId xmlns:a16="http://schemas.microsoft.com/office/drawing/2014/main" id="{45D8B898-4609-1291-E0E0-0DEC79D9CF51}"/>
              </a:ext>
            </a:extLst>
          </p:cNvPr>
          <p:cNvSpPr txBox="1"/>
          <p:nvPr/>
        </p:nvSpPr>
        <p:spPr>
          <a:xfrm>
            <a:off x="835306" y="5842097"/>
            <a:ext cx="9605042" cy="830997"/>
          </a:xfrm>
          <a:prstGeom prst="rect">
            <a:avLst/>
          </a:prstGeom>
          <a:noFill/>
        </p:spPr>
        <p:txBody>
          <a:bodyPr wrap="square" rtlCol="0">
            <a:spAutoFit/>
          </a:bodyPr>
          <a:lstStyle/>
          <a:p>
            <a:r>
              <a:rPr lang="en-US" altLang="zh-CN" dirty="0"/>
              <a:t>Related Paper:</a:t>
            </a:r>
          </a:p>
          <a:p>
            <a:r>
              <a:rPr lang="en-US" altLang="zh-CN" sz="1200" dirty="0" err="1"/>
              <a:t>Giannou</a:t>
            </a:r>
            <a:r>
              <a:rPr lang="en-US" altLang="zh-CN" sz="1200" dirty="0"/>
              <a:t>, </a:t>
            </a:r>
            <a:r>
              <a:rPr lang="en-US" altLang="zh-CN" sz="1200" dirty="0" err="1"/>
              <a:t>Angeliki</a:t>
            </a:r>
            <a:r>
              <a:rPr lang="en-US" altLang="zh-CN" sz="1200" dirty="0"/>
              <a:t>, et al. "Looped Transformers as Programmable Computers." </a:t>
            </a:r>
            <a:r>
              <a:rPr lang="en-US" altLang="zh-CN" sz="1200" dirty="0" err="1"/>
              <a:t>arXiv</a:t>
            </a:r>
            <a:r>
              <a:rPr lang="en-US" altLang="zh-CN" sz="1200" dirty="0"/>
              <a:t> preprint arXiv:2301.13196 (2023).</a:t>
            </a:r>
          </a:p>
          <a:p>
            <a:endParaRPr lang="en-US" altLang="zh-CN" dirty="0"/>
          </a:p>
        </p:txBody>
      </p:sp>
    </p:spTree>
    <p:extLst>
      <p:ext uri="{BB962C8B-B14F-4D97-AF65-F5344CB8AC3E}">
        <p14:creationId xmlns:p14="http://schemas.microsoft.com/office/powerpoint/2010/main" val="2663483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594264"/>
                <a:ext cx="10521387" cy="4855302"/>
              </a:xfrm>
            </p:spPr>
            <p:txBody>
              <a:bodyPr>
                <a:normAutofit/>
              </a:bodyPr>
              <a:lstStyle/>
              <a:p>
                <a:r>
                  <a:rPr lang="en-US" altLang="zh-CN" dirty="0"/>
                  <a:t>It’s not surprising that the computing power of transformers is equivalent to that of classical computers. By making modifications to the transformer structure, we can usually increase its power to perform computational tasks.</a:t>
                </a:r>
              </a:p>
              <a:p>
                <a:r>
                  <a:rPr lang="en-US" altLang="zh-CN" dirty="0"/>
                  <a:t>This may partially explain why transformers are used in many research areas such as natural language processing and computer vision.</a:t>
                </a:r>
              </a:p>
              <a:p>
                <a:r>
                  <a:rPr lang="en-US" altLang="zh-CN" dirty="0"/>
                  <a:t>However, </a:t>
                </a:r>
                <a:r>
                  <a:rPr lang="en-US" altLang="zh-CN" b="1" dirty="0"/>
                  <a:t>theoretical computing power</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t>artificial intelligence</a:t>
                </a:r>
                <a:r>
                  <a:rPr lang="en-US" altLang="zh-CN" dirty="0"/>
                  <a:t>!</a:t>
                </a:r>
              </a:p>
              <a:p>
                <a:r>
                  <a:rPr lang="en-US" altLang="zh-CN" dirty="0"/>
                  <a:t>Therefore, </a:t>
                </a:r>
                <a:r>
                  <a:rPr lang="en-US" altLang="zh-CN" b="1" dirty="0"/>
                  <a:t>data-based</a:t>
                </a:r>
                <a:r>
                  <a:rPr lang="en-US" altLang="zh-CN" dirty="0"/>
                  <a:t> theory research should be conducted to more specifically understand how large language models like GPT-4 can perform amazing tasks and how they can be improved.</a:t>
                </a:r>
              </a:p>
            </p:txBody>
          </p:sp>
        </mc:Choice>
        <mc:Fallback>
          <p:sp>
            <p:nvSpPr>
              <p:cNvPr id="2" name="内容占位符 1">
                <a:extLst>
                  <a:ext uri="{FF2B5EF4-FFF2-40B4-BE49-F238E27FC236}">
                    <a16:creationId xmlns:a16="http://schemas.microsoft.com/office/drawing/2014/main" id="{97249299-B2E1-164B-9D28-7833904F88FD}"/>
                  </a:ext>
                </a:extLst>
              </p:cNvPr>
              <p:cNvSpPr>
                <a:spLocks noGrp="1" noRot="1" noChangeAspect="1" noMove="1" noResize="1" noEditPoints="1" noAdjustHandles="1" noChangeArrowheads="1" noChangeShapeType="1" noTextEdit="1"/>
              </p:cNvSpPr>
              <p:nvPr>
                <p:ph idx="1"/>
              </p:nvPr>
            </p:nvSpPr>
            <p:spPr>
              <a:xfrm>
                <a:off x="833376" y="1594264"/>
                <a:ext cx="10521387" cy="4855302"/>
              </a:xfrm>
              <a:blipFill>
                <a:blip r:embed="rId2"/>
                <a:stretch>
                  <a:fillRect l="-232" t="-754"/>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Some Personal Thoughts</a:t>
            </a:r>
            <a:endParaRPr lang="zh-CN" altLang="en-US" dirty="0"/>
          </a:p>
        </p:txBody>
      </p:sp>
    </p:spTree>
    <p:extLst>
      <p:ext uri="{BB962C8B-B14F-4D97-AF65-F5344CB8AC3E}">
        <p14:creationId xmlns:p14="http://schemas.microsoft.com/office/powerpoint/2010/main" val="2883050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4B3B5DF-DAF7-B946-AB06-11AE7FF1176B}"/>
              </a:ext>
            </a:extLst>
          </p:cNvPr>
          <p:cNvSpPr>
            <a:spLocks noGrp="1"/>
          </p:cNvSpPr>
          <p:nvPr>
            <p:ph idx="1"/>
          </p:nvPr>
        </p:nvSpPr>
        <p:spPr>
          <a:xfrm>
            <a:off x="1687285" y="2329543"/>
            <a:ext cx="9923523" cy="3391101"/>
          </a:xfrm>
        </p:spPr>
        <p:txBody>
          <a:bodyPr anchor="t"/>
          <a:lstStyle/>
          <a:p>
            <a:r>
              <a:rPr lang="en-US" altLang="zh-CN" dirty="0">
                <a:solidFill>
                  <a:schemeClr val="tx1">
                    <a:lumMod val="75000"/>
                    <a:lumOff val="25000"/>
                  </a:schemeClr>
                </a:solidFill>
              </a:rPr>
              <a:t>Two Levels of Theory on LLMs </a:t>
            </a:r>
          </a:p>
          <a:p>
            <a:r>
              <a:rPr lang="en-US" altLang="zh-CN" dirty="0"/>
              <a:t>Theoretical</a:t>
            </a:r>
            <a:r>
              <a:rPr lang="zh-CN" altLang="en-US" dirty="0"/>
              <a:t> </a:t>
            </a:r>
            <a:r>
              <a:rPr lang="en-US" altLang="zh-CN" dirty="0"/>
              <a:t>Limitations of LLMs (data-free)</a:t>
            </a:r>
          </a:p>
          <a:p>
            <a:r>
              <a:rPr lang="en-US" altLang="zh-CN" dirty="0">
                <a:solidFill>
                  <a:schemeClr val="accent1"/>
                </a:solidFill>
              </a:rPr>
              <a:t>Emergent</a:t>
            </a:r>
            <a:r>
              <a:rPr lang="zh-CN" altLang="en-US" dirty="0">
                <a:solidFill>
                  <a:schemeClr val="accent1"/>
                </a:solidFill>
              </a:rPr>
              <a:t> </a:t>
            </a:r>
            <a:r>
              <a:rPr lang="en-US" altLang="zh-CN" dirty="0">
                <a:solidFill>
                  <a:schemeClr val="accent1"/>
                </a:solidFill>
              </a:rPr>
              <a:t>Ability</a:t>
            </a:r>
            <a:r>
              <a:rPr lang="zh-CN" altLang="en-US" dirty="0">
                <a:solidFill>
                  <a:schemeClr val="accent1"/>
                </a:solidFill>
              </a:rPr>
              <a:t> </a:t>
            </a:r>
            <a:r>
              <a:rPr lang="en-US" altLang="zh-CN" dirty="0">
                <a:solidFill>
                  <a:schemeClr val="accent1"/>
                </a:solidFill>
              </a:rPr>
              <a:t>of</a:t>
            </a:r>
            <a:r>
              <a:rPr lang="zh-CN" altLang="en-US" dirty="0">
                <a:solidFill>
                  <a:schemeClr val="accent1"/>
                </a:solidFill>
              </a:rPr>
              <a:t> </a:t>
            </a:r>
            <a:r>
              <a:rPr lang="en-US" altLang="zh-CN" dirty="0">
                <a:solidFill>
                  <a:schemeClr val="accent1"/>
                </a:solidFill>
              </a:rPr>
              <a:t>LLMs (data-based)</a:t>
            </a:r>
          </a:p>
          <a:p>
            <a:r>
              <a:rPr lang="en-US" altLang="zh-CN" dirty="0"/>
              <a:t>My Thoughts on Emergent Reasoning Ability</a:t>
            </a:r>
          </a:p>
        </p:txBody>
      </p:sp>
      <p:sp>
        <p:nvSpPr>
          <p:cNvPr id="2" name="标题 1">
            <a:extLst>
              <a:ext uri="{FF2B5EF4-FFF2-40B4-BE49-F238E27FC236}">
                <a16:creationId xmlns:a16="http://schemas.microsoft.com/office/drawing/2014/main" id="{ABB6AA08-C32B-6F4E-8AB3-67AE085DA5BA}"/>
              </a:ext>
            </a:extLst>
          </p:cNvPr>
          <p:cNvSpPr>
            <a:spLocks noGrp="1"/>
          </p:cNvSpPr>
          <p:nvPr>
            <p:ph type="title"/>
          </p:nvPr>
        </p:nvSpPr>
        <p:spPr>
          <a:xfrm>
            <a:off x="1687285" y="865998"/>
            <a:ext cx="9923522" cy="1351451"/>
          </a:xfrm>
        </p:spPr>
        <p:txBody>
          <a:bodyPr/>
          <a:lstStyle/>
          <a:p>
            <a:r>
              <a:rPr lang="en-US" altLang="zh-CN" dirty="0"/>
              <a:t>Contents</a:t>
            </a:r>
            <a:endParaRPr lang="zh-CN" altLang="en-US" dirty="0"/>
          </a:p>
        </p:txBody>
      </p:sp>
    </p:spTree>
    <p:extLst>
      <p:ext uri="{BB962C8B-B14F-4D97-AF65-F5344CB8AC3E}">
        <p14:creationId xmlns:p14="http://schemas.microsoft.com/office/powerpoint/2010/main" val="3939873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5307" y="1409274"/>
            <a:ext cx="10521387" cy="4855302"/>
          </a:xfrm>
        </p:spPr>
        <p:txBody>
          <a:bodyPr>
            <a:normAutofit/>
          </a:bodyPr>
          <a:lstStyle/>
          <a:p>
            <a:r>
              <a:rPr lang="en-US" altLang="zh-CN" dirty="0"/>
              <a:t>Definition in [Wei et al., 2020]: an ability to be </a:t>
            </a:r>
            <a:r>
              <a:rPr lang="en-US" altLang="zh-CN" i="1" dirty="0"/>
              <a:t>emergent</a:t>
            </a:r>
            <a:r>
              <a:rPr lang="en-US" altLang="zh-CN" dirty="0"/>
              <a:t> if it is not present in smaller models but is present in larger models.</a:t>
            </a:r>
          </a:p>
          <a:p>
            <a:r>
              <a:rPr lang="en-US" altLang="zh-CN" b="1" i="0" dirty="0">
                <a:solidFill>
                  <a:srgbClr val="121212"/>
                </a:solidFill>
                <a:effectLst/>
                <a:latin typeface="-apple-system"/>
              </a:rPr>
              <a:t>Few-Shot Prompted Tasks:</a:t>
            </a:r>
          </a:p>
          <a:p>
            <a:endParaRPr lang="en-US" altLang="zh-CN" b="1" dirty="0">
              <a:solidFill>
                <a:srgbClr val="121212"/>
              </a:solidFill>
              <a:latin typeface="-apple-system"/>
            </a:endParaRPr>
          </a:p>
          <a:p>
            <a:endParaRPr lang="en-US" altLang="zh-CN" b="1" i="0" dirty="0">
              <a:solidFill>
                <a:srgbClr val="121212"/>
              </a:solidFill>
              <a:effectLst/>
              <a:latin typeface="-apple-system"/>
            </a:endParaRPr>
          </a:p>
          <a:p>
            <a:endParaRPr lang="en-US" altLang="zh-CN" b="1" dirty="0">
              <a:solidFill>
                <a:srgbClr val="121212"/>
              </a:solidFill>
              <a:latin typeface="-apple-system"/>
            </a:endParaRPr>
          </a:p>
          <a:p>
            <a:endParaRPr lang="en-US" altLang="zh-CN" b="1" i="0" dirty="0">
              <a:solidFill>
                <a:srgbClr val="121212"/>
              </a:solidFill>
              <a:effectLst/>
              <a:latin typeface="-apple-system"/>
            </a:endParaRPr>
          </a:p>
          <a:p>
            <a:r>
              <a:rPr lang="en-US" altLang="zh-CN" b="1" i="0" dirty="0">
                <a:solidFill>
                  <a:srgbClr val="121212"/>
                </a:solidFill>
                <a:effectLst/>
                <a:latin typeface="-apple-system"/>
              </a:rPr>
              <a:t>Augmented Prompting Strategies:</a:t>
            </a:r>
          </a:p>
          <a:p>
            <a:pPr lvl="1"/>
            <a:r>
              <a:rPr lang="en-US" altLang="zh-CN" dirty="0">
                <a:solidFill>
                  <a:srgbClr val="121212"/>
                </a:solidFill>
                <a:latin typeface="-apple-system"/>
              </a:rPr>
              <a:t>m</a:t>
            </a:r>
            <a:r>
              <a:rPr lang="en-US" altLang="zh-CN" i="0" dirty="0">
                <a:solidFill>
                  <a:srgbClr val="121212"/>
                </a:solidFill>
                <a:effectLst/>
                <a:latin typeface="-apple-system"/>
              </a:rPr>
              <a:t>ulti-step reasoning (chain-of-thought prompting),</a:t>
            </a:r>
          </a:p>
          <a:p>
            <a:pPr lvl="1"/>
            <a:r>
              <a:rPr lang="en-US" altLang="zh-CN" dirty="0">
                <a:solidFill>
                  <a:srgbClr val="121212"/>
                </a:solidFill>
                <a:latin typeface="-apple-system"/>
              </a:rPr>
              <a:t>i</a:t>
            </a:r>
            <a:r>
              <a:rPr lang="en-US" altLang="zh-CN" b="0" i="0" dirty="0">
                <a:solidFill>
                  <a:srgbClr val="121212"/>
                </a:solidFill>
                <a:effectLst/>
                <a:latin typeface="-apple-system"/>
              </a:rPr>
              <a:t>nstruction following (use instructions to describe a task),</a:t>
            </a:r>
          </a:p>
          <a:p>
            <a:pPr lvl="1"/>
            <a:r>
              <a:rPr lang="en-US" altLang="zh-CN" dirty="0">
                <a:solidFill>
                  <a:srgbClr val="121212"/>
                </a:solidFill>
                <a:latin typeface="-apple-system"/>
              </a:rPr>
              <a:t>p</a:t>
            </a:r>
            <a:r>
              <a:rPr lang="en-US" altLang="zh-CN" b="0" i="0" dirty="0">
                <a:solidFill>
                  <a:srgbClr val="121212"/>
                </a:solidFill>
                <a:effectLst/>
                <a:latin typeface="-apple-system"/>
              </a:rPr>
              <a:t>rogram execution (8-digit addition),</a:t>
            </a:r>
          </a:p>
          <a:p>
            <a:pPr lvl="1"/>
            <a:r>
              <a:rPr lang="en-US" altLang="zh-CN" dirty="0">
                <a:solidFill>
                  <a:srgbClr val="121212"/>
                </a:solidFill>
                <a:latin typeface="-apple-system"/>
              </a:rPr>
              <a:t>model calibration, etc.</a:t>
            </a:r>
            <a:endParaRPr lang="en-US" altLang="zh-CN" i="0" dirty="0">
              <a:solidFill>
                <a:srgbClr val="121212"/>
              </a:solidFill>
              <a:effectLst/>
              <a:latin typeface="-apple-system"/>
            </a:endParaRPr>
          </a:p>
        </p:txBody>
      </p:sp>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A Brief Introduction of Emergent Abilities</a:t>
            </a:r>
            <a:endParaRPr lang="zh-CN" altLang="en-US" dirty="0"/>
          </a:p>
        </p:txBody>
      </p:sp>
      <p:pic>
        <p:nvPicPr>
          <p:cNvPr id="6" name="Picture 5">
            <a:extLst>
              <a:ext uri="{FF2B5EF4-FFF2-40B4-BE49-F238E27FC236}">
                <a16:creationId xmlns:a16="http://schemas.microsoft.com/office/drawing/2014/main" id="{87EDAD4A-258C-BCA4-D0DA-582C030870C9}"/>
              </a:ext>
            </a:extLst>
          </p:cNvPr>
          <p:cNvPicPr>
            <a:picLocks noChangeAspect="1"/>
          </p:cNvPicPr>
          <p:nvPr/>
        </p:nvPicPr>
        <p:blipFill>
          <a:blip r:embed="rId3"/>
          <a:stretch>
            <a:fillRect/>
          </a:stretch>
        </p:blipFill>
        <p:spPr>
          <a:xfrm>
            <a:off x="2861342" y="2424474"/>
            <a:ext cx="5562600" cy="1647825"/>
          </a:xfrm>
          <a:prstGeom prst="rect">
            <a:avLst/>
          </a:prstGeom>
        </p:spPr>
      </p:pic>
      <p:sp>
        <p:nvSpPr>
          <p:cNvPr id="7" name="TextBox 6">
            <a:extLst>
              <a:ext uri="{FF2B5EF4-FFF2-40B4-BE49-F238E27FC236}">
                <a16:creationId xmlns:a16="http://schemas.microsoft.com/office/drawing/2014/main" id="{901A2CF2-0118-1A40-0BD2-DEB45EE7A4DE}"/>
              </a:ext>
            </a:extLst>
          </p:cNvPr>
          <p:cNvSpPr txBox="1"/>
          <p:nvPr/>
        </p:nvSpPr>
        <p:spPr>
          <a:xfrm>
            <a:off x="831445" y="5987577"/>
            <a:ext cx="9558938" cy="553998"/>
          </a:xfrm>
          <a:prstGeom prst="rect">
            <a:avLst/>
          </a:prstGeom>
          <a:noFill/>
        </p:spPr>
        <p:txBody>
          <a:bodyPr wrap="square" rtlCol="0">
            <a:spAutoFit/>
          </a:bodyPr>
          <a:lstStyle/>
          <a:p>
            <a:r>
              <a:rPr lang="en-US" altLang="zh-CN" dirty="0"/>
              <a:t>Related Paper: </a:t>
            </a:r>
          </a:p>
          <a:p>
            <a:r>
              <a:rPr lang="en-US" altLang="zh-CN" sz="1200" dirty="0"/>
              <a:t>Wei, Jason, et al. "Emergent abilities of large language models." </a:t>
            </a:r>
            <a:r>
              <a:rPr lang="en-US" altLang="zh-CN" sz="1200" dirty="0" err="1"/>
              <a:t>arXiv</a:t>
            </a:r>
            <a:r>
              <a:rPr lang="en-US" altLang="zh-CN" sz="1200" dirty="0"/>
              <a:t> preprint arXiv:2206.07682 (2022).</a:t>
            </a:r>
            <a:endParaRPr lang="zh-CN" altLang="en-US" sz="1200" dirty="0"/>
          </a:p>
        </p:txBody>
      </p:sp>
    </p:spTree>
    <p:extLst>
      <p:ext uri="{BB962C8B-B14F-4D97-AF65-F5344CB8AC3E}">
        <p14:creationId xmlns:p14="http://schemas.microsoft.com/office/powerpoint/2010/main" val="4024056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07C298-BBDA-2946-B9D9-D457CECF1751}"/>
              </a:ext>
            </a:extLst>
          </p:cNvPr>
          <p:cNvSpPr>
            <a:spLocks noGrp="1"/>
          </p:cNvSpPr>
          <p:nvPr>
            <p:ph type="title"/>
          </p:nvPr>
        </p:nvSpPr>
        <p:spPr>
          <a:xfrm>
            <a:off x="1021463" y="4928762"/>
            <a:ext cx="10333301" cy="653148"/>
          </a:xfrm>
        </p:spPr>
        <p:txBody>
          <a:bodyPr/>
          <a:lstStyle/>
          <a:p>
            <a:r>
              <a:rPr lang="en-US" altLang="zh-CN" b="1" i="0" dirty="0">
                <a:solidFill>
                  <a:srgbClr val="121212"/>
                </a:solidFill>
                <a:effectLst/>
                <a:latin typeface="-apple-system"/>
              </a:rPr>
              <a:t>Emergent Ability of Few-Shot Prompted Tasks</a:t>
            </a:r>
          </a:p>
        </p:txBody>
      </p:sp>
      <mc:AlternateContent xmlns:mc="http://schemas.openxmlformats.org/markup-compatibility/2006">
        <mc:Choice xmlns:a14="http://schemas.microsoft.com/office/drawing/2010/main" Requires="a14">
          <p:sp>
            <p:nvSpPr>
              <p:cNvPr id="4" name="文本占位符 3">
                <a:extLst>
                  <a:ext uri="{FF2B5EF4-FFF2-40B4-BE49-F238E27FC236}">
                    <a16:creationId xmlns:a16="http://schemas.microsoft.com/office/drawing/2014/main" id="{B8849B47-9C38-BF44-922D-DEF9C6B9781A}"/>
                  </a:ext>
                </a:extLst>
              </p:cNvPr>
              <p:cNvSpPr>
                <a:spLocks noGrp="1"/>
              </p:cNvSpPr>
              <p:nvPr>
                <p:ph type="body" sz="half" idx="2"/>
              </p:nvPr>
            </p:nvSpPr>
            <p:spPr>
              <a:xfrm>
                <a:off x="1021463" y="5581910"/>
                <a:ext cx="10333301" cy="365126"/>
              </a:xfrm>
            </p:spPr>
            <p:txBody>
              <a:bodyPr>
                <a:normAutofit/>
              </a:bodyPr>
              <a:lstStyle/>
              <a:p>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21</m:t>
                        </m:r>
                      </m:sup>
                    </m:sSup>
                    <m:r>
                      <a:rPr lang="en-US" altLang="zh-CN" b="0"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2</m:t>
                        </m:r>
                        <m:r>
                          <a:rPr lang="en-US" altLang="zh-CN" b="0" i="1" smtClean="0">
                            <a:latin typeface="Cambria Math" panose="02040503050406030204" pitchFamily="18" charset="0"/>
                          </a:rPr>
                          <m:t>3</m:t>
                        </m:r>
                      </m:sup>
                    </m:sSup>
                  </m:oMath>
                </a14:m>
                <a:r>
                  <a:rPr lang="en-US" altLang="zh-CN" dirty="0"/>
                  <a:t> seems like the threshold for most tasks!</a:t>
                </a:r>
                <a:endParaRPr lang="zh-CN" altLang="en-US" dirty="0"/>
              </a:p>
            </p:txBody>
          </p:sp>
        </mc:Choice>
        <mc:Fallback>
          <p:sp>
            <p:nvSpPr>
              <p:cNvPr id="4" name="文本占位符 3">
                <a:extLst>
                  <a:ext uri="{FF2B5EF4-FFF2-40B4-BE49-F238E27FC236}">
                    <a16:creationId xmlns:a16="http://schemas.microsoft.com/office/drawing/2014/main" id="{B8849B47-9C38-BF44-922D-DEF9C6B9781A}"/>
                  </a:ext>
                </a:extLst>
              </p:cNvPr>
              <p:cNvSpPr>
                <a:spLocks noGrp="1" noRot="1" noChangeAspect="1" noMove="1" noResize="1" noEditPoints="1" noAdjustHandles="1" noChangeArrowheads="1" noChangeShapeType="1" noTextEdit="1"/>
              </p:cNvSpPr>
              <p:nvPr>
                <p:ph type="body" sz="half" idx="2"/>
              </p:nvPr>
            </p:nvSpPr>
            <p:spPr>
              <a:xfrm>
                <a:off x="1021463" y="5581910"/>
                <a:ext cx="10333301" cy="365126"/>
              </a:xfrm>
              <a:blipFill>
                <a:blip r:embed="rId2"/>
                <a:stretch>
                  <a:fillRect t="-1667" b="-16667"/>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5B6CEC34-F5BE-49E0-46A4-3FE9D7E69E52}"/>
              </a:ext>
            </a:extLst>
          </p:cNvPr>
          <p:cNvPicPr>
            <a:picLocks noChangeAspect="1"/>
          </p:cNvPicPr>
          <p:nvPr/>
        </p:nvPicPr>
        <p:blipFill>
          <a:blip r:embed="rId3"/>
          <a:stretch>
            <a:fillRect/>
          </a:stretch>
        </p:blipFill>
        <p:spPr>
          <a:xfrm>
            <a:off x="2419496" y="273188"/>
            <a:ext cx="7024181" cy="4857845"/>
          </a:xfrm>
          <a:prstGeom prst="rect">
            <a:avLst/>
          </a:prstGeom>
        </p:spPr>
      </p:pic>
    </p:spTree>
    <p:extLst>
      <p:ext uri="{BB962C8B-B14F-4D97-AF65-F5344CB8AC3E}">
        <p14:creationId xmlns:p14="http://schemas.microsoft.com/office/powerpoint/2010/main" val="2894931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07C298-BBDA-2946-B9D9-D457CECF1751}"/>
              </a:ext>
            </a:extLst>
          </p:cNvPr>
          <p:cNvSpPr>
            <a:spLocks noGrp="1"/>
          </p:cNvSpPr>
          <p:nvPr>
            <p:ph type="title"/>
          </p:nvPr>
        </p:nvSpPr>
        <p:spPr>
          <a:xfrm>
            <a:off x="1021463" y="4928762"/>
            <a:ext cx="10333301" cy="653148"/>
          </a:xfrm>
        </p:spPr>
        <p:txBody>
          <a:bodyPr/>
          <a:lstStyle/>
          <a:p>
            <a:r>
              <a:rPr lang="en-US" altLang="zh-CN" b="1" i="0" dirty="0">
                <a:solidFill>
                  <a:srgbClr val="121212"/>
                </a:solidFill>
                <a:effectLst/>
                <a:latin typeface="-apple-system"/>
              </a:rPr>
              <a:t>Emergent Ability of Augmented Prompting Strategies</a:t>
            </a:r>
          </a:p>
        </p:txBody>
      </p:sp>
      <p:sp>
        <p:nvSpPr>
          <p:cNvPr id="4" name="文本占位符 3">
            <a:extLst>
              <a:ext uri="{FF2B5EF4-FFF2-40B4-BE49-F238E27FC236}">
                <a16:creationId xmlns:a16="http://schemas.microsoft.com/office/drawing/2014/main" id="{B8849B47-9C38-BF44-922D-DEF9C6B9781A}"/>
              </a:ext>
            </a:extLst>
          </p:cNvPr>
          <p:cNvSpPr>
            <a:spLocks noGrp="1"/>
          </p:cNvSpPr>
          <p:nvPr>
            <p:ph type="body" sz="half" idx="2"/>
          </p:nvPr>
        </p:nvSpPr>
        <p:spPr>
          <a:xfrm>
            <a:off x="1021463" y="5581910"/>
            <a:ext cx="10333301" cy="365126"/>
          </a:xfrm>
        </p:spPr>
        <p:txBody>
          <a:bodyPr>
            <a:normAutofit/>
          </a:bodyPr>
          <a:lstStyle/>
          <a:p>
            <a:r>
              <a:rPr lang="en-US" altLang="zh-CN" dirty="0"/>
              <a:t>Also have obvious emergent ability!</a:t>
            </a:r>
            <a:endParaRPr lang="zh-CN" altLang="en-US" dirty="0"/>
          </a:p>
        </p:txBody>
      </p:sp>
      <p:pic>
        <p:nvPicPr>
          <p:cNvPr id="6" name="Picture 5">
            <a:extLst>
              <a:ext uri="{FF2B5EF4-FFF2-40B4-BE49-F238E27FC236}">
                <a16:creationId xmlns:a16="http://schemas.microsoft.com/office/drawing/2014/main" id="{714CD49C-DF07-9ED0-6E96-33D435B9B010}"/>
              </a:ext>
            </a:extLst>
          </p:cNvPr>
          <p:cNvPicPr>
            <a:picLocks noChangeAspect="1"/>
          </p:cNvPicPr>
          <p:nvPr/>
        </p:nvPicPr>
        <p:blipFill>
          <a:blip r:embed="rId2"/>
          <a:stretch>
            <a:fillRect/>
          </a:stretch>
        </p:blipFill>
        <p:spPr>
          <a:xfrm>
            <a:off x="1558218" y="1356538"/>
            <a:ext cx="9075564" cy="3207098"/>
          </a:xfrm>
          <a:prstGeom prst="rect">
            <a:avLst/>
          </a:prstGeom>
        </p:spPr>
      </p:pic>
    </p:spTree>
    <p:extLst>
      <p:ext uri="{BB962C8B-B14F-4D97-AF65-F5344CB8AC3E}">
        <p14:creationId xmlns:p14="http://schemas.microsoft.com/office/powerpoint/2010/main" val="685274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594264"/>
            <a:ext cx="10521387" cy="4855302"/>
          </a:xfrm>
        </p:spPr>
        <p:txBody>
          <a:bodyPr>
            <a:normAutofit/>
          </a:bodyPr>
          <a:lstStyle/>
          <a:p>
            <a:r>
              <a:rPr lang="en-US" altLang="zh-CN" b="0" i="0" dirty="0">
                <a:solidFill>
                  <a:srgbClr val="111111"/>
                </a:solidFill>
                <a:effectLst/>
                <a:latin typeface="-apple-system"/>
              </a:rPr>
              <a:t>When the model is small, it may not be able to encode complex knowledge into its parameters or simply ignore subtle knowledge.</a:t>
            </a:r>
          </a:p>
          <a:p>
            <a:r>
              <a:rPr lang="en-US" altLang="zh-CN" dirty="0"/>
              <a:t>However, as the number of model parameters increases or the training epoch progresses, the model may become better equipped to encode this knowledge.</a:t>
            </a:r>
          </a:p>
          <a:p>
            <a:r>
              <a:rPr lang="en-US" altLang="zh-CN" dirty="0"/>
              <a:t>An example task: modular addition [Nanda et al., 2023]. They did reverse engineering on a one-layer transformer and used periodicity of neuron activations and some other validations to prove the following embedded algorithm.</a:t>
            </a:r>
          </a:p>
        </p:txBody>
      </p:sp>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Potential Explanation 1</a:t>
            </a:r>
            <a:endParaRPr lang="zh-CN" altLang="en-US" dirty="0"/>
          </a:p>
        </p:txBody>
      </p:sp>
      <p:pic>
        <p:nvPicPr>
          <p:cNvPr id="5" name="Picture 4">
            <a:extLst>
              <a:ext uri="{FF2B5EF4-FFF2-40B4-BE49-F238E27FC236}">
                <a16:creationId xmlns:a16="http://schemas.microsoft.com/office/drawing/2014/main" id="{B57774DA-252E-B624-72C0-7BF465CADF93}"/>
              </a:ext>
            </a:extLst>
          </p:cNvPr>
          <p:cNvPicPr>
            <a:picLocks noChangeAspect="1"/>
          </p:cNvPicPr>
          <p:nvPr/>
        </p:nvPicPr>
        <p:blipFill>
          <a:blip r:embed="rId2"/>
          <a:stretch>
            <a:fillRect/>
          </a:stretch>
        </p:blipFill>
        <p:spPr>
          <a:xfrm>
            <a:off x="3265199" y="3898304"/>
            <a:ext cx="5661601" cy="2366272"/>
          </a:xfrm>
          <a:prstGeom prst="rect">
            <a:avLst/>
          </a:prstGeom>
        </p:spPr>
      </p:pic>
    </p:spTree>
    <p:extLst>
      <p:ext uri="{BB962C8B-B14F-4D97-AF65-F5344CB8AC3E}">
        <p14:creationId xmlns:p14="http://schemas.microsoft.com/office/powerpoint/2010/main" val="479897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594264"/>
                <a:ext cx="10521387" cy="4855302"/>
              </a:xfrm>
            </p:spPr>
            <p:txBody>
              <a:bodyPr>
                <a:normAutofit/>
              </a:bodyPr>
              <a:lstStyle/>
              <a:p>
                <a:r>
                  <a:rPr lang="en-US" altLang="zh-CN" dirty="0"/>
                  <a:t>When the number of training epoch increases, the embedded algorithm is changed from simple </a:t>
                </a:r>
                <a:r>
                  <a:rPr lang="en-US" altLang="zh-CN" b="1" dirty="0"/>
                  <a:t>memorization</a:t>
                </a:r>
                <a:r>
                  <a:rPr lang="en-US" altLang="zh-CN" dirty="0"/>
                  <a:t> (epochs 0-1.4k) to </a:t>
                </a:r>
                <a:r>
                  <a:rPr lang="en-US" altLang="zh-CN" b="1" dirty="0"/>
                  <a:t>circuit formation</a:t>
                </a:r>
                <a:r>
                  <a:rPr lang="en-US" altLang="zh-CN" dirty="0"/>
                  <a:t> (epochs 1.4k-9.4k) and then </a:t>
                </a:r>
                <a:r>
                  <a:rPr lang="en-US" altLang="zh-CN" b="1" dirty="0"/>
                  <a:t>cleanup</a:t>
                </a:r>
                <a:r>
                  <a:rPr lang="en-US" altLang="zh-CN" dirty="0"/>
                  <a:t> (epochs 9.4k-14k).</a:t>
                </a:r>
              </a:p>
              <a:p>
                <a:r>
                  <a:rPr lang="en-US" altLang="zh-CN" dirty="0"/>
                  <a:t>0-1.4k memorization: test and restricted loss both remaining high and the Gini coefficient staying relatively flat.</a:t>
                </a:r>
              </a:p>
              <a:p>
                <a:r>
                  <a:rPr lang="en-US" altLang="zh-CN" dirty="0"/>
                  <a:t>1.4k-9.4k circuit formation: excluded loss rises, sum of squared weights falls, restricted loss starts to fall, and test and train loss stay flat.</a:t>
                </a:r>
              </a:p>
              <a:p>
                <a:r>
                  <a:rPr lang="en-US" altLang="zh-CN" dirty="0"/>
                  <a:t>9.4k-14k cleanup: excluded loss plateaus, restricted loss continues to drop, test loss suddenly drops, and sum of squared weights sharply drops.</a:t>
                </a:r>
              </a:p>
              <a:p>
                <a:r>
                  <a:rPr lang="en-US" altLang="zh-CN" i="1" dirty="0"/>
                  <a:t>Restricted loss</a:t>
                </a:r>
                <a:r>
                  <a:rPr lang="en-US" altLang="zh-CN" dirty="0"/>
                  <a:t> is the loss of the intermediate model can use only frequencies </a:t>
                </a:r>
                <a14:m>
                  <m:oMath xmlns:m="http://schemas.openxmlformats.org/officeDocument/2006/math">
                    <m:r>
                      <a:rPr lang="en-US" altLang="zh-CN" b="0" i="1" smtClean="0">
                        <a:latin typeface="Cambria Math" panose="02040503050406030204" pitchFamily="18" charset="0"/>
                      </a:rPr>
                      <m:t>𝑤</m:t>
                    </m:r>
                  </m:oMath>
                </a14:m>
                <a:r>
                  <a:rPr lang="en-US" altLang="zh-CN" dirty="0"/>
                  <a:t> in the final network. </a:t>
                </a:r>
                <a:r>
                  <a:rPr lang="en-US" altLang="zh-CN" i="1" dirty="0"/>
                  <a:t>Excluded loss</a:t>
                </a:r>
                <a:r>
                  <a:rPr lang="en-US" altLang="zh-CN" dirty="0"/>
                  <a:t> is the loos of the intermediate model can only use the rest of frequencies.</a:t>
                </a:r>
              </a:p>
            </p:txBody>
          </p:sp>
        </mc:Choice>
        <mc:Fallback>
          <p:sp>
            <p:nvSpPr>
              <p:cNvPr id="2" name="内容占位符 1">
                <a:extLst>
                  <a:ext uri="{FF2B5EF4-FFF2-40B4-BE49-F238E27FC236}">
                    <a16:creationId xmlns:a16="http://schemas.microsoft.com/office/drawing/2014/main" id="{97249299-B2E1-164B-9D28-7833904F88FD}"/>
                  </a:ext>
                </a:extLst>
              </p:cNvPr>
              <p:cNvSpPr>
                <a:spLocks noGrp="1" noRot="1" noChangeAspect="1" noMove="1" noResize="1" noEditPoints="1" noAdjustHandles="1" noChangeArrowheads="1" noChangeShapeType="1" noTextEdit="1"/>
              </p:cNvSpPr>
              <p:nvPr>
                <p:ph idx="1"/>
              </p:nvPr>
            </p:nvSpPr>
            <p:spPr>
              <a:xfrm>
                <a:off x="833376" y="1594264"/>
                <a:ext cx="10521387" cy="4855302"/>
              </a:xfrm>
              <a:blipFill>
                <a:blip r:embed="rId2"/>
                <a:stretch>
                  <a:fillRect l="-232" t="-754" r="-811"/>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Potential Explanation 1</a:t>
            </a:r>
            <a:endParaRPr lang="zh-CN" altLang="en-US" dirty="0"/>
          </a:p>
        </p:txBody>
      </p:sp>
      <p:sp>
        <p:nvSpPr>
          <p:cNvPr id="4" name="TextBox 3">
            <a:extLst>
              <a:ext uri="{FF2B5EF4-FFF2-40B4-BE49-F238E27FC236}">
                <a16:creationId xmlns:a16="http://schemas.microsoft.com/office/drawing/2014/main" id="{C8DB62B3-757F-7849-A36E-89DA612153AA}"/>
              </a:ext>
            </a:extLst>
          </p:cNvPr>
          <p:cNvSpPr txBox="1"/>
          <p:nvPr/>
        </p:nvSpPr>
        <p:spPr>
          <a:xfrm>
            <a:off x="835306" y="5827160"/>
            <a:ext cx="8145076" cy="553998"/>
          </a:xfrm>
          <a:prstGeom prst="rect">
            <a:avLst/>
          </a:prstGeom>
          <a:noFill/>
        </p:spPr>
        <p:txBody>
          <a:bodyPr wrap="square" rtlCol="0">
            <a:spAutoFit/>
          </a:bodyPr>
          <a:lstStyle/>
          <a:p>
            <a:r>
              <a:rPr lang="en-US" altLang="zh-CN" dirty="0"/>
              <a:t>Related Paper:</a:t>
            </a:r>
          </a:p>
          <a:p>
            <a:r>
              <a:rPr lang="en-US" altLang="zh-CN" sz="1200" dirty="0"/>
              <a:t>Nanda, Neel, et al. "Progress measures for grokking via mechanistic interpretability." </a:t>
            </a:r>
            <a:r>
              <a:rPr lang="en-US" altLang="zh-CN" sz="1200" dirty="0" err="1"/>
              <a:t>arXiv</a:t>
            </a:r>
            <a:r>
              <a:rPr lang="en-US" altLang="zh-CN" sz="1200" dirty="0"/>
              <a:t> preprint arXiv:2301.05217 (2023).</a:t>
            </a:r>
            <a:endParaRPr lang="zh-CN" altLang="en-US" sz="1200" dirty="0"/>
          </a:p>
        </p:txBody>
      </p:sp>
    </p:spTree>
    <p:extLst>
      <p:ext uri="{BB962C8B-B14F-4D97-AF65-F5344CB8AC3E}">
        <p14:creationId xmlns:p14="http://schemas.microsoft.com/office/powerpoint/2010/main" val="1072340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594264"/>
            <a:ext cx="10521387" cy="4855302"/>
          </a:xfrm>
        </p:spPr>
        <p:txBody>
          <a:bodyPr>
            <a:normAutofit/>
          </a:bodyPr>
          <a:lstStyle/>
          <a:p>
            <a:r>
              <a:rPr lang="en-US" altLang="zh-CN" dirty="0"/>
              <a:t>Some applications, such as multi-step reasoning, require the integration of knowledge from different domains. </a:t>
            </a:r>
          </a:p>
          <a:p>
            <a:r>
              <a:rPr lang="en-US" altLang="zh-CN" dirty="0"/>
              <a:t>Such integration could be modeled by “connectivity” in graph theory.</a:t>
            </a:r>
          </a:p>
          <a:p>
            <a:r>
              <a:rPr lang="en-US" altLang="zh-CN" dirty="0"/>
              <a:t>Random networks can exhibit emergent behaviors when the edge probability exceeds a threshold and a giant component emerges.</a:t>
            </a:r>
          </a:p>
          <a:p>
            <a:r>
              <a:rPr lang="en-US" altLang="zh-CN" dirty="0"/>
              <a:t>Hence, emergence behaviors in random networks may also explain emergent ability of LLMs for some specific applications.</a:t>
            </a:r>
          </a:p>
        </p:txBody>
      </p:sp>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Potential Explanation 2</a:t>
            </a:r>
            <a:endParaRPr lang="zh-CN" altLang="en-US" dirty="0"/>
          </a:p>
        </p:txBody>
      </p:sp>
      <p:pic>
        <p:nvPicPr>
          <p:cNvPr id="6" name="Picture 5">
            <a:extLst>
              <a:ext uri="{FF2B5EF4-FFF2-40B4-BE49-F238E27FC236}">
                <a16:creationId xmlns:a16="http://schemas.microsoft.com/office/drawing/2014/main" id="{5BF117CE-56ED-137D-5BEC-6CC74949848E}"/>
              </a:ext>
            </a:extLst>
          </p:cNvPr>
          <p:cNvPicPr>
            <a:picLocks noChangeAspect="1"/>
          </p:cNvPicPr>
          <p:nvPr/>
        </p:nvPicPr>
        <p:blipFill>
          <a:blip r:embed="rId2"/>
          <a:stretch>
            <a:fillRect/>
          </a:stretch>
        </p:blipFill>
        <p:spPr>
          <a:xfrm>
            <a:off x="4834367" y="3669126"/>
            <a:ext cx="2519404" cy="2873874"/>
          </a:xfrm>
          <a:prstGeom prst="rect">
            <a:avLst/>
          </a:prstGeom>
        </p:spPr>
      </p:pic>
    </p:spTree>
    <p:extLst>
      <p:ext uri="{BB962C8B-B14F-4D97-AF65-F5344CB8AC3E}">
        <p14:creationId xmlns:p14="http://schemas.microsoft.com/office/powerpoint/2010/main" val="4219616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4B3B5DF-DAF7-B946-AB06-11AE7FF1176B}"/>
              </a:ext>
            </a:extLst>
          </p:cNvPr>
          <p:cNvSpPr>
            <a:spLocks noGrp="1"/>
          </p:cNvSpPr>
          <p:nvPr>
            <p:ph idx="1"/>
          </p:nvPr>
        </p:nvSpPr>
        <p:spPr>
          <a:xfrm>
            <a:off x="1687285" y="2329543"/>
            <a:ext cx="9923523" cy="3391101"/>
          </a:xfrm>
        </p:spPr>
        <p:txBody>
          <a:bodyPr anchor="t"/>
          <a:lstStyle/>
          <a:p>
            <a:r>
              <a:rPr lang="en-US" altLang="zh-CN" dirty="0">
                <a:solidFill>
                  <a:schemeClr val="tx1">
                    <a:lumMod val="75000"/>
                    <a:lumOff val="25000"/>
                  </a:schemeClr>
                </a:solidFill>
              </a:rPr>
              <a:t>Two Levels of Theory on LLMs </a:t>
            </a:r>
          </a:p>
          <a:p>
            <a:r>
              <a:rPr lang="en-US" altLang="zh-CN" dirty="0"/>
              <a:t>Theoretical</a:t>
            </a:r>
            <a:r>
              <a:rPr lang="zh-CN" altLang="en-US" dirty="0"/>
              <a:t> </a:t>
            </a:r>
            <a:r>
              <a:rPr lang="en-US" altLang="zh-CN" dirty="0"/>
              <a:t>Limitations of LLMs (data-free)</a:t>
            </a:r>
          </a:p>
          <a:p>
            <a:r>
              <a:rPr lang="en-US" altLang="zh-CN" dirty="0"/>
              <a:t>Emergent</a:t>
            </a:r>
            <a:r>
              <a:rPr lang="zh-CN" altLang="en-US" dirty="0"/>
              <a:t> </a:t>
            </a:r>
            <a:r>
              <a:rPr lang="en-US" altLang="zh-CN" dirty="0"/>
              <a:t>Ability</a:t>
            </a:r>
            <a:r>
              <a:rPr lang="zh-CN" altLang="en-US" dirty="0"/>
              <a:t> </a:t>
            </a:r>
            <a:r>
              <a:rPr lang="en-US" altLang="zh-CN" dirty="0"/>
              <a:t>of</a:t>
            </a:r>
            <a:r>
              <a:rPr lang="zh-CN" altLang="en-US" dirty="0"/>
              <a:t> </a:t>
            </a:r>
            <a:r>
              <a:rPr lang="en-US" altLang="zh-CN" dirty="0"/>
              <a:t>LLMs (data-based)</a:t>
            </a:r>
          </a:p>
          <a:p>
            <a:r>
              <a:rPr lang="en-US" altLang="zh-CN" dirty="0">
                <a:solidFill>
                  <a:schemeClr val="accent1"/>
                </a:solidFill>
              </a:rPr>
              <a:t>My Thoughts on Emergent Reasoning Ability</a:t>
            </a:r>
          </a:p>
        </p:txBody>
      </p:sp>
      <p:sp>
        <p:nvSpPr>
          <p:cNvPr id="2" name="标题 1">
            <a:extLst>
              <a:ext uri="{FF2B5EF4-FFF2-40B4-BE49-F238E27FC236}">
                <a16:creationId xmlns:a16="http://schemas.microsoft.com/office/drawing/2014/main" id="{ABB6AA08-C32B-6F4E-8AB3-67AE085DA5BA}"/>
              </a:ext>
            </a:extLst>
          </p:cNvPr>
          <p:cNvSpPr>
            <a:spLocks noGrp="1"/>
          </p:cNvSpPr>
          <p:nvPr>
            <p:ph type="title"/>
          </p:nvPr>
        </p:nvSpPr>
        <p:spPr>
          <a:xfrm>
            <a:off x="1687285" y="865998"/>
            <a:ext cx="9923522" cy="1351451"/>
          </a:xfrm>
        </p:spPr>
        <p:txBody>
          <a:bodyPr/>
          <a:lstStyle/>
          <a:p>
            <a:r>
              <a:rPr lang="en-US" altLang="zh-CN" dirty="0"/>
              <a:t>Contents</a:t>
            </a:r>
            <a:endParaRPr lang="zh-CN" altLang="en-US" dirty="0"/>
          </a:p>
        </p:txBody>
      </p:sp>
    </p:spTree>
    <p:extLst>
      <p:ext uri="{BB962C8B-B14F-4D97-AF65-F5344CB8AC3E}">
        <p14:creationId xmlns:p14="http://schemas.microsoft.com/office/powerpoint/2010/main" val="3932014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97249299-B2E1-164B-9D28-7833904F88FD}"/>
                  </a:ext>
                </a:extLst>
              </p:cNvPr>
              <p:cNvSpPr>
                <a:spLocks noGrp="1"/>
              </p:cNvSpPr>
              <p:nvPr>
                <p:ph idx="1"/>
              </p:nvPr>
            </p:nvSpPr>
            <p:spPr>
              <a:xfrm>
                <a:off x="833376" y="1594264"/>
                <a:ext cx="10521387" cy="4855302"/>
              </a:xfrm>
            </p:spPr>
            <p:txBody>
              <a:bodyPr>
                <a:normAutofit/>
              </a:bodyPr>
              <a:lstStyle/>
              <a:p>
                <a:r>
                  <a:rPr lang="en-US" altLang="zh-CN" dirty="0"/>
                  <a:t>I wrote a toy model for multi-step reasoning.</a:t>
                </a:r>
              </a:p>
              <a:p>
                <a:r>
                  <a:rPr lang="en-US" altLang="zh-CN" dirty="0"/>
                  <a:t>There is an underlying directed knowledge graph </a:t>
                </a:r>
                <a14:m>
                  <m:oMath xmlns:m="http://schemas.openxmlformats.org/officeDocument/2006/math">
                    <m:r>
                      <a:rPr lang="en-US" altLang="zh-CN" b="0" i="1" smtClean="0">
                        <a:latin typeface="Cambria Math" panose="02040503050406030204" pitchFamily="18" charset="0"/>
                      </a:rPr>
                      <m:t>𝐺</m:t>
                    </m:r>
                  </m:oMath>
                </a14:m>
                <a:r>
                  <a:rPr lang="en-US" altLang="zh-CN" dirty="0"/>
                  <a:t> as the ground truth. A multi-step reasoning is successful if and only if it is a legal directed path in </a:t>
                </a:r>
                <a14:m>
                  <m:oMath xmlns:m="http://schemas.openxmlformats.org/officeDocument/2006/math">
                    <m:r>
                      <a:rPr lang="en-US" altLang="zh-CN" b="0" i="1" smtClean="0">
                        <a:latin typeface="Cambria Math" panose="02040503050406030204" pitchFamily="18" charset="0"/>
                      </a:rPr>
                      <m:t>𝐺</m:t>
                    </m:r>
                  </m:oMath>
                </a14:m>
                <a:r>
                  <a:rPr lang="en-US" altLang="zh-CN" dirty="0"/>
                  <a:t>.</a:t>
                </a:r>
              </a:p>
              <a:p>
                <a:endParaRPr lang="en-US" altLang="zh-CN" dirty="0"/>
              </a:p>
              <a:p>
                <a:r>
                  <a:rPr lang="en-US" altLang="zh-CN" dirty="0"/>
                  <a:t>A node contains a set of synonyms or a set of similar concepts.</a:t>
                </a:r>
              </a:p>
              <a:p>
                <a:r>
                  <a:rPr lang="en-US" altLang="zh-CN" dirty="0"/>
                  <a:t>A LLM </a:t>
                </a:r>
                <a14:m>
                  <m:oMath xmlns:m="http://schemas.openxmlformats.org/officeDocument/2006/math">
                    <m:r>
                      <a:rPr lang="en-US" altLang="zh-CN" b="0" i="1" smtClean="0">
                        <a:latin typeface="Cambria Math" panose="02040503050406030204" pitchFamily="18" charset="0"/>
                      </a:rPr>
                      <m:t>𝐿</m:t>
                    </m:r>
                  </m:oMath>
                </a14:m>
                <a:r>
                  <a:rPr lang="en-US" altLang="zh-CN" dirty="0"/>
                  <a:t> maps concepts or expressions into embedding vectors by </a:t>
                </a:r>
                <a14:m>
                  <m:oMath xmlns:m="http://schemas.openxmlformats.org/officeDocument/2006/math">
                    <m:r>
                      <a:rPr lang="en-US" altLang="zh-CN" b="0" i="1" smtClean="0">
                        <a:latin typeface="Cambria Math" panose="02040503050406030204" pitchFamily="18" charset="0"/>
                      </a:rPr>
                      <m:t>𝑓</m:t>
                    </m:r>
                  </m:oMath>
                </a14:m>
                <a:r>
                  <a:rPr lang="en-US" altLang="zh-CN" dirty="0"/>
                  <a:t>. We create a knowledge graph </a:t>
                </a:r>
                <a14:m>
                  <m:oMath xmlns:m="http://schemas.openxmlformats.org/officeDocument/2006/math">
                    <m:r>
                      <a:rPr lang="en-US" altLang="zh-CN" b="0" i="1" smtClean="0">
                        <a:latin typeface="Cambria Math" panose="02040503050406030204" pitchFamily="18" charset="0"/>
                      </a:rPr>
                      <m:t>𝐺</m:t>
                    </m:r>
                    <m:r>
                      <a:rPr lang="en-US" altLang="zh-CN" b="0" i="1" smtClean="0">
                        <a:latin typeface="Cambria Math" panose="02040503050406030204" pitchFamily="18" charset="0"/>
                      </a:rPr>
                      <m:t>′</m:t>
                    </m:r>
                  </m:oMath>
                </a14:m>
                <a:r>
                  <a:rPr lang="en-US" altLang="zh-CN" dirty="0"/>
                  <a:t> for </a:t>
                </a:r>
                <a14:m>
                  <m:oMath xmlns:m="http://schemas.openxmlformats.org/officeDocument/2006/math">
                    <m:r>
                      <a:rPr lang="en-US" altLang="zh-CN" b="0" i="1" smtClean="0">
                        <a:latin typeface="Cambria Math" panose="02040503050406030204" pitchFamily="18" charset="0"/>
                      </a:rPr>
                      <m:t>𝐿</m:t>
                    </m:r>
                  </m:oMath>
                </a14:m>
                <a:r>
                  <a:rPr lang="en-US" altLang="zh-CN" dirty="0"/>
                  <a:t>.</a:t>
                </a:r>
              </a:p>
              <a:p>
                <a:r>
                  <a:rPr lang="en-US" altLang="zh-CN" dirty="0"/>
                  <a:t>If two concepts </a:t>
                </a:r>
                <a14:m>
                  <m:oMath xmlns:m="http://schemas.openxmlformats.org/officeDocument/2006/math">
                    <m:r>
                      <a:rPr lang="en-US" altLang="zh-CN" b="0" i="1" smtClean="0">
                        <a:latin typeface="Cambria Math" panose="02040503050406030204" pitchFamily="18" charset="0"/>
                      </a:rPr>
                      <m:t>𝑥</m:t>
                    </m:r>
                  </m:oMath>
                </a14:m>
                <a:r>
                  <a:rPr lang="en-US" altLang="zh-CN" dirty="0"/>
                  <a:t> and </a:t>
                </a:r>
                <a14:m>
                  <m:oMath xmlns:m="http://schemas.openxmlformats.org/officeDocument/2006/math">
                    <m:r>
                      <a:rPr lang="en-US" altLang="zh-CN" b="0" i="1" smtClean="0">
                        <a:latin typeface="Cambria Math" panose="02040503050406030204" pitchFamily="18" charset="0"/>
                      </a:rPr>
                      <m:t>𝑦</m:t>
                    </m:r>
                  </m:oMath>
                </a14:m>
                <a:r>
                  <a:rPr lang="en-US" altLang="zh-CN" dirty="0"/>
                  <a:t> have similar embedding vectors, i.e., </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oMath>
                </a14:m>
                <a:r>
                  <a:rPr lang="en-US" altLang="zh-CN" dirty="0"/>
                  <a:t>, we put them into a single node of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b="0" i="1" smtClean="0">
                            <a:latin typeface="Cambria Math" panose="02040503050406030204" pitchFamily="18" charset="0"/>
                          </a:rPr>
                          <m:t>′</m:t>
                        </m:r>
                      </m:sup>
                    </m:sSup>
                  </m:oMath>
                </a14:m>
                <a:r>
                  <a:rPr lang="en-US" altLang="zh-CN" dirty="0"/>
                  <a:t>.</a:t>
                </a:r>
              </a:p>
              <a:p>
                <a:r>
                  <a:rPr lang="en-US" altLang="zh-CN" dirty="0"/>
                  <a:t>We also have a decoder </a:t>
                </a:r>
                <a14:m>
                  <m:oMath xmlns:m="http://schemas.openxmlformats.org/officeDocument/2006/math">
                    <m:r>
                      <a:rPr lang="en-US" altLang="zh-CN" b="0" i="1" smtClean="0">
                        <a:latin typeface="Cambria Math" panose="02040503050406030204" pitchFamily="18" charset="0"/>
                      </a:rPr>
                      <m:t>𝑔</m:t>
                    </m:r>
                  </m:oMath>
                </a14:m>
                <a:r>
                  <a:rPr lang="en-US" altLang="zh-CN" dirty="0"/>
                  <a:t> in </a:t>
                </a:r>
                <a14:m>
                  <m:oMath xmlns:m="http://schemas.openxmlformats.org/officeDocument/2006/math">
                    <m:r>
                      <a:rPr lang="en-US" altLang="zh-CN" b="0" i="1" smtClean="0">
                        <a:latin typeface="Cambria Math" panose="02040503050406030204" pitchFamily="18" charset="0"/>
                      </a:rPr>
                      <m:t>𝐿</m:t>
                    </m:r>
                  </m:oMath>
                </a14:m>
                <a:r>
                  <a:rPr lang="en-US" altLang="zh-CN" dirty="0"/>
                  <a:t> which takes all previous concepts as the input and the next concept as output. Two nodes </a:t>
                </a:r>
                <a14:m>
                  <m:oMath xmlns:m="http://schemas.openxmlformats.org/officeDocument/2006/math">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𝑉</m:t>
                    </m:r>
                  </m:oMath>
                </a14:m>
                <a:r>
                  <a:rPr lang="en-US" altLang="zh-CN" dirty="0"/>
                  <a:t> in </a:t>
                </a:r>
                <a14:m>
                  <m:oMath xmlns:m="http://schemas.openxmlformats.org/officeDocument/2006/math">
                    <m:r>
                      <a:rPr lang="en-US" altLang="zh-CN" b="0" i="1" smtClean="0">
                        <a:latin typeface="Cambria Math" panose="02040503050406030204" pitchFamily="18" charset="0"/>
                      </a:rPr>
                      <m:t>𝐺</m:t>
                    </m:r>
                    <m:r>
                      <a:rPr lang="en-US" altLang="zh-CN" b="0" i="1" smtClean="0">
                        <a:latin typeface="Cambria Math" panose="02040503050406030204" pitchFamily="18" charset="0"/>
                      </a:rPr>
                      <m:t>′</m:t>
                    </m:r>
                  </m:oMath>
                </a14:m>
                <a:r>
                  <a:rPr lang="en-US" altLang="zh-CN" dirty="0"/>
                  <a:t> are connected if and only if </a:t>
                </a:r>
                <a14:m>
                  <m:oMath xmlns:m="http://schemas.openxmlformats.org/officeDocument/2006/math">
                    <m:r>
                      <a:rPr lang="en-US" altLang="zh-CN" b="0" i="1" smtClean="0">
                        <a:latin typeface="Cambria Math" panose="02040503050406030204" pitchFamily="18" charset="0"/>
                      </a:rPr>
                      <m:t>𝑔</m:t>
                    </m:r>
                  </m:oMath>
                </a14:m>
                <a:r>
                  <a:rPr lang="en-US" altLang="zh-CN" dirty="0"/>
                  <a:t> has a </a:t>
                </a:r>
                <a14:m>
                  <m:oMath xmlns:m="http://schemas.openxmlformats.org/officeDocument/2006/math">
                    <m:r>
                      <a:rPr lang="en-US" altLang="zh-CN" b="0" i="1" smtClean="0">
                        <a:latin typeface="Cambria Math" panose="02040503050406030204" pitchFamily="18" charset="0"/>
                      </a:rPr>
                      <m:t>1−</m:t>
                    </m:r>
                    <m:r>
                      <a:rPr lang="zh-CN" altLang="en-US" b="0" i="1" smtClean="0">
                        <a:latin typeface="Cambria Math" panose="02040503050406030204" pitchFamily="18" charset="0"/>
                      </a:rPr>
                      <m:t>𝛿</m:t>
                    </m:r>
                  </m:oMath>
                </a14:m>
                <a:r>
                  <a:rPr lang="en-US" altLang="zh-CN" dirty="0"/>
                  <a:t> probability taking concepts in </a:t>
                </a:r>
                <a14:m>
                  <m:oMath xmlns:m="http://schemas.openxmlformats.org/officeDocument/2006/math">
                    <m:r>
                      <a:rPr lang="en-US" altLang="zh-CN" b="0" i="1" smtClean="0">
                        <a:latin typeface="Cambria Math" panose="02040503050406030204" pitchFamily="18" charset="0"/>
                      </a:rPr>
                      <m:t>𝑉</m:t>
                    </m:r>
                  </m:oMath>
                </a14:m>
                <a:r>
                  <a:rPr lang="en-US" altLang="zh-CN" dirty="0"/>
                  <a:t> as a feasible result of concepts in </a:t>
                </a:r>
                <a14:m>
                  <m:oMath xmlns:m="http://schemas.openxmlformats.org/officeDocument/2006/math">
                    <m:r>
                      <a:rPr lang="en-US" altLang="zh-CN" b="0" i="1" smtClean="0">
                        <a:latin typeface="Cambria Math" panose="02040503050406030204" pitchFamily="18" charset="0"/>
                      </a:rPr>
                      <m:t>𝑈</m:t>
                    </m:r>
                  </m:oMath>
                </a14:m>
                <a:r>
                  <a:rPr lang="en-US" altLang="zh-CN" dirty="0"/>
                  <a:t>.</a:t>
                </a:r>
              </a:p>
              <a:p>
                <a:r>
                  <a:rPr lang="en-US" altLang="zh-CN" dirty="0"/>
                  <a:t>When the connectivity of </a:t>
                </a:r>
                <a14:m>
                  <m:oMath xmlns:m="http://schemas.openxmlformats.org/officeDocument/2006/math">
                    <m:r>
                      <a:rPr lang="en-US" altLang="zh-CN" b="0" i="1" smtClean="0">
                        <a:latin typeface="Cambria Math" panose="02040503050406030204" pitchFamily="18" charset="0"/>
                      </a:rPr>
                      <m:t>𝐺</m:t>
                    </m:r>
                    <m:r>
                      <a:rPr lang="en-US" altLang="zh-CN" b="0" i="1" smtClean="0">
                        <a:latin typeface="Cambria Math" panose="02040503050406030204" pitchFamily="18" charset="0"/>
                      </a:rPr>
                      <m:t>′</m:t>
                    </m:r>
                  </m:oMath>
                </a14:m>
                <a:r>
                  <a:rPr lang="en-US" altLang="zh-CN" dirty="0"/>
                  <a:t> is close to the ground truth </a:t>
                </a:r>
                <a14:m>
                  <m:oMath xmlns:m="http://schemas.openxmlformats.org/officeDocument/2006/math">
                    <m:r>
                      <a:rPr lang="en-US" altLang="zh-CN" b="0" i="1" smtClean="0">
                        <a:latin typeface="Cambria Math" panose="02040503050406030204" pitchFamily="18" charset="0"/>
                      </a:rPr>
                      <m:t>𝐺</m:t>
                    </m:r>
                  </m:oMath>
                </a14:m>
                <a:r>
                  <a:rPr lang="en-US" altLang="zh-CN" dirty="0"/>
                  <a:t>, the LLM </a:t>
                </a:r>
                <a14:m>
                  <m:oMath xmlns:m="http://schemas.openxmlformats.org/officeDocument/2006/math">
                    <m:r>
                      <a:rPr lang="en-US" altLang="zh-CN" b="0" i="1" smtClean="0">
                        <a:latin typeface="Cambria Math" panose="02040503050406030204" pitchFamily="18" charset="0"/>
                      </a:rPr>
                      <m:t>𝐿</m:t>
                    </m:r>
                  </m:oMath>
                </a14:m>
                <a:r>
                  <a:rPr lang="en-US" altLang="zh-CN" dirty="0"/>
                  <a:t> has emergent ability. </a:t>
                </a:r>
                <a14:m>
                  <m:oMath xmlns:m="http://schemas.openxmlformats.org/officeDocument/2006/math">
                    <m:r>
                      <a:rPr lang="en-US" altLang="zh-CN" b="0" i="1" smtClean="0">
                        <a:latin typeface="Cambria Math" panose="02040503050406030204" pitchFamily="18" charset="0"/>
                      </a:rPr>
                      <m:t>𝐺</m:t>
                    </m:r>
                    <m:r>
                      <a:rPr lang="en-US" altLang="zh-CN" b="0" i="1" smtClean="0">
                        <a:latin typeface="Cambria Math" panose="02040503050406030204" pitchFamily="18" charset="0"/>
                      </a:rPr>
                      <m:t>′</m:t>
                    </m:r>
                  </m:oMath>
                </a14:m>
                <a:r>
                  <a:rPr lang="en-US" altLang="zh-CN" dirty="0"/>
                  <a:t> is nearly a random network and therefore we conjecture it has phase transition with respect to the training accuracy.</a:t>
                </a:r>
              </a:p>
            </p:txBody>
          </p:sp>
        </mc:Choice>
        <mc:Fallback>
          <p:sp>
            <p:nvSpPr>
              <p:cNvPr id="2" name="内容占位符 1">
                <a:extLst>
                  <a:ext uri="{FF2B5EF4-FFF2-40B4-BE49-F238E27FC236}">
                    <a16:creationId xmlns:a16="http://schemas.microsoft.com/office/drawing/2014/main" id="{97249299-B2E1-164B-9D28-7833904F88FD}"/>
                  </a:ext>
                </a:extLst>
              </p:cNvPr>
              <p:cNvSpPr>
                <a:spLocks noGrp="1" noRot="1" noChangeAspect="1" noMove="1" noResize="1" noEditPoints="1" noAdjustHandles="1" noChangeArrowheads="1" noChangeShapeType="1" noTextEdit="1"/>
              </p:cNvSpPr>
              <p:nvPr>
                <p:ph idx="1"/>
              </p:nvPr>
            </p:nvSpPr>
            <p:spPr>
              <a:xfrm>
                <a:off x="833376" y="1594264"/>
                <a:ext cx="10521387" cy="4855302"/>
              </a:xfrm>
              <a:blipFill>
                <a:blip r:embed="rId2"/>
                <a:stretch>
                  <a:fillRect l="-232" t="-754" r="-927"/>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E4CCBE66-029B-1A42-8B93-5DED4C28F3FB}"/>
              </a:ext>
            </a:extLst>
          </p:cNvPr>
          <p:cNvSpPr>
            <a:spLocks noGrp="1"/>
          </p:cNvSpPr>
          <p:nvPr>
            <p:ph type="title"/>
          </p:nvPr>
        </p:nvSpPr>
        <p:spPr>
          <a:xfrm>
            <a:off x="835306" y="593424"/>
            <a:ext cx="10521388" cy="1015200"/>
          </a:xfrm>
        </p:spPr>
        <p:txBody>
          <a:bodyPr/>
          <a:lstStyle/>
          <a:p>
            <a:r>
              <a:rPr lang="en-US" altLang="zh-CN" dirty="0"/>
              <a:t>Potential Explanation 2</a:t>
            </a:r>
            <a:endParaRPr lang="zh-CN" altLang="en-US" dirty="0"/>
          </a:p>
        </p:txBody>
      </p:sp>
      <p:pic>
        <p:nvPicPr>
          <p:cNvPr id="5" name="Picture 4">
            <a:extLst>
              <a:ext uri="{FF2B5EF4-FFF2-40B4-BE49-F238E27FC236}">
                <a16:creationId xmlns:a16="http://schemas.microsoft.com/office/drawing/2014/main" id="{D06C8E76-C832-A0F9-7F08-724AD324EF0C}"/>
              </a:ext>
            </a:extLst>
          </p:cNvPr>
          <p:cNvPicPr>
            <a:picLocks noChangeAspect="1"/>
          </p:cNvPicPr>
          <p:nvPr/>
        </p:nvPicPr>
        <p:blipFill>
          <a:blip r:embed="rId3"/>
          <a:stretch>
            <a:fillRect/>
          </a:stretch>
        </p:blipFill>
        <p:spPr>
          <a:xfrm>
            <a:off x="1766887" y="2684930"/>
            <a:ext cx="8658225" cy="304800"/>
          </a:xfrm>
          <a:prstGeom prst="rect">
            <a:avLst/>
          </a:prstGeom>
        </p:spPr>
      </p:pic>
    </p:spTree>
    <p:extLst>
      <p:ext uri="{BB962C8B-B14F-4D97-AF65-F5344CB8AC3E}">
        <p14:creationId xmlns:p14="http://schemas.microsoft.com/office/powerpoint/2010/main" val="111235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486DF19-DC1B-514A-8C02-64E0ECCD2C31}"/>
              </a:ext>
            </a:extLst>
          </p:cNvPr>
          <p:cNvSpPr>
            <a:spLocks noGrp="1"/>
          </p:cNvSpPr>
          <p:nvPr>
            <p:ph type="subTitle" idx="1"/>
          </p:nvPr>
        </p:nvSpPr>
        <p:spPr>
          <a:xfrm>
            <a:off x="1221831" y="3819054"/>
            <a:ext cx="9748337" cy="1340999"/>
          </a:xfrm>
        </p:spPr>
        <p:txBody>
          <a:bodyPr/>
          <a:lstStyle/>
          <a:p>
            <a:r>
              <a:rPr lang="en-US" altLang="zh-CN" dirty="0"/>
              <a:t>Shi Feng</a:t>
            </a:r>
          </a:p>
          <a:p>
            <a:r>
              <a:rPr lang="en-US" altLang="zh-CN" dirty="0"/>
              <a:t>March 17</a:t>
            </a:r>
            <a:r>
              <a:rPr lang="en-US" altLang="zh-CN" baseline="30000" dirty="0"/>
              <a:t>th</a:t>
            </a:r>
            <a:r>
              <a:rPr lang="en-US" altLang="zh-CN" dirty="0"/>
              <a:t>, 2023</a:t>
            </a:r>
          </a:p>
        </p:txBody>
      </p:sp>
      <p:sp>
        <p:nvSpPr>
          <p:cNvPr id="2" name="标题 1">
            <a:extLst>
              <a:ext uri="{FF2B5EF4-FFF2-40B4-BE49-F238E27FC236}">
                <a16:creationId xmlns:a16="http://schemas.microsoft.com/office/drawing/2014/main" id="{0D8A6FF1-38C6-BF40-AA54-FC2C1268CA34}"/>
              </a:ext>
            </a:extLst>
          </p:cNvPr>
          <p:cNvSpPr>
            <a:spLocks noGrp="1"/>
          </p:cNvSpPr>
          <p:nvPr>
            <p:ph type="title"/>
          </p:nvPr>
        </p:nvSpPr>
        <p:spPr>
          <a:xfrm>
            <a:off x="1221831" y="2028083"/>
            <a:ext cx="9748800" cy="1317600"/>
          </a:xfrm>
        </p:spPr>
        <p:txBody>
          <a:bodyPr/>
          <a:lstStyle/>
          <a:p>
            <a:r>
              <a:rPr lang="en-US" altLang="zh-CN" dirty="0"/>
              <a:t>Thank you!</a:t>
            </a:r>
            <a:endParaRPr lang="zh-CN" altLang="en-US" dirty="0"/>
          </a:p>
        </p:txBody>
      </p:sp>
    </p:spTree>
    <p:extLst>
      <p:ext uri="{BB962C8B-B14F-4D97-AF65-F5344CB8AC3E}">
        <p14:creationId xmlns:p14="http://schemas.microsoft.com/office/powerpoint/2010/main" val="1433308298"/>
      </p:ext>
    </p:extLst>
  </p:cSld>
  <p:clrMapOvr>
    <a:masterClrMapping/>
  </p:clrMapOvr>
</p:sld>
</file>

<file path=ppt/theme/theme1.xml><?xml version="1.0" encoding="utf-8"?>
<a:theme xmlns:a="http://schemas.openxmlformats.org/drawingml/2006/main" name="清华简约主题-扁平-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6354</TotalTime>
  <Words>2044</Words>
  <Application>Microsoft Office PowerPoint</Application>
  <PresentationFormat>Widescreen</PresentationFormat>
  <Paragraphs>159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-apple-system</vt:lpstr>
      <vt:lpstr>等线</vt:lpstr>
      <vt:lpstr>Arial</vt:lpstr>
      <vt:lpstr>Cambria Math</vt:lpstr>
      <vt:lpstr>Gill Sans MT</vt:lpstr>
      <vt:lpstr>Wingdings 2</vt:lpstr>
      <vt:lpstr>清华简约主题-扁平-16:9</vt:lpstr>
      <vt:lpstr>Large Language Models: Current Theoretical Analysis and Future Directions</vt:lpstr>
      <vt:lpstr>Contents</vt:lpstr>
      <vt:lpstr>Two Levels of Theory on LLMs </vt:lpstr>
      <vt:lpstr>There is a huge gap between these two levels!</vt:lpstr>
      <vt:lpstr>Contents</vt:lpstr>
      <vt:lpstr>Transformers for PARITY</vt:lpstr>
      <vt:lpstr>Hard-Attention Transformers for PARITY</vt:lpstr>
      <vt:lpstr>Soft-Attention Transformers for PARITY</vt:lpstr>
      <vt:lpstr>Soft-Attention Transformers for PARITY</vt:lpstr>
      <vt:lpstr>Some Personal Thoughts</vt:lpstr>
      <vt:lpstr>Construct Computing Machine Using Transformer</vt:lpstr>
      <vt:lpstr>Construct Computing Machine Using Transformer</vt:lpstr>
      <vt:lpstr>Some Personal Thoughts</vt:lpstr>
      <vt:lpstr>Contents</vt:lpstr>
      <vt:lpstr>A Brief Introduction of Emergent Abilities</vt:lpstr>
      <vt:lpstr>Emergent Ability of Few-Shot Prompted Tasks</vt:lpstr>
      <vt:lpstr>Emergent Ability of Augmented Prompting Strategies</vt:lpstr>
      <vt:lpstr>Potential Explanation 1</vt:lpstr>
      <vt:lpstr>Potential Explanation 1</vt:lpstr>
      <vt:lpstr>Potential Explanation 2</vt:lpstr>
      <vt:lpstr>Contents</vt:lpstr>
      <vt:lpstr>Potential Explanation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Shi Feng</cp:lastModifiedBy>
  <cp:revision>1335</cp:revision>
  <cp:lastPrinted>2020-04-04T02:50:47Z</cp:lastPrinted>
  <dcterms:created xsi:type="dcterms:W3CDTF">2020-01-04T07:43:38Z</dcterms:created>
  <dcterms:modified xsi:type="dcterms:W3CDTF">2023-03-16T13:58:56Z</dcterms:modified>
</cp:coreProperties>
</file>